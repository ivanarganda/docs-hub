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Vue.js – Documentación MUY Completa (por niveles)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Básico · Intermedio · Avanzado</a:t>
            </a:r>
          </a:p>
          <a:p>
            <a:r>
              <a:t>Con ejemplos prácticos en cada tema</a:t>
            </a:r>
          </a:p>
          <a:p>
            <a:r>
              <a:t>Autor: ivan gonzalez valles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Nivel Básico: fundamentos y primeras apps</a:t>
            </a:r>
          </a:p>
          <a:p>
            <a:pPr/>
            <a:r>
              <a:t>2) Nivel Intermedio: componentes, router, estado, APIs</a:t>
            </a:r>
          </a:p>
          <a:p>
            <a:pPr/>
            <a:r>
              <a:t>3) Nivel Avanzado: Composition API a fondo, TS, testing, rendimiento, despliegue</a:t>
            </a:r>
          </a:p>
          <a:p>
            <a:pPr/>
            <a:r>
              <a:t>4) Mini‑proyectos y checklist profesional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 BÁSICO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entender Vue 3 y construir tus primeras pantallas reactivas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Vue.js y cuándo usarlo?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Framework progresivo para construir interfaces (UI)</a:t>
            </a:r>
          </a:p>
          <a:p>
            <a:pPr/>
            <a:r>
              <a:t>Sistema reactivo: cambios de estado → UI se actualiza automáticamente</a:t>
            </a:r>
          </a:p>
          <a:p>
            <a:pPr/>
            <a:r>
              <a:t>Basado en componentes (reutilización y escalabilidad)</a:t>
            </a:r>
          </a:p>
          <a:p>
            <a:pPr/>
            <a:r>
              <a:t>Perfecto para SPAs, dashboards, paneles, front de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Vue 3 en 1 minuto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File Components (SFC): .vue = template + script + style</a:t>
            </a:r>
          </a:p>
          <a:p>
            <a:pPr/>
            <a:r>
              <a:t>Reactividad con ref()/reactive() (Composition API)</a:t>
            </a:r>
          </a:p>
          <a:p>
            <a:pPr/>
            <a:r>
              <a:t>Directivas: v-if, v-for, v-model, :bind, @events</a:t>
            </a:r>
          </a:p>
          <a:p>
            <a:pPr/>
            <a:r>
              <a:t>Ecosistema: Vite, Vue Router, Pinia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Instalación: CDN vs Vite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CDN: ideal para probar rápido en 1 HTML (sin build)</a:t>
            </a:r>
          </a:p>
          <a:p>
            <a:pPr/>
            <a:r>
              <a:t>Vite: recomendado para proyectos reales (hot reload, build rápido)</a:t>
            </a:r>
          </a:p>
          <a:p>
            <a:pPr/>
            <a:r>
              <a:t>Comando: npm create vue@latest → plantilla oficial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CDN (hello world)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&lt;!-- index.html --&gt;</a:t>
            </a:r>
            <a:br/>
            <a:r>
              <a:rPr sz="1400">
                <a:latin typeface="Consolas"/>
              </a:rPr>
              <a:t>&lt;div id="app"&gt;</a:t>
            </a:r>
            <a:br/>
            <a:r>
              <a:rPr sz="1400">
                <a:latin typeface="Consolas"/>
              </a:rPr>
              <a:t>  &lt;h1&gt;{{ msg }}&lt;/h1&gt;</a:t>
            </a:r>
            <a:br/>
            <a:r>
              <a:rPr sz="1400">
                <a:latin typeface="Consolas"/>
              </a:rPr>
              <a:t>  &lt;button @click="count++"&gt;Clicks: {{ count }}&lt;/button&gt;</a:t>
            </a:r>
            <a:br/>
            <a:r>
              <a:rPr sz="1400">
                <a:latin typeface="Consolas"/>
              </a:rPr>
              <a:t>&lt;/div&gt;</a:t>
            </a:r>
            <a:br/>
            <a:br/>
            <a:r>
              <a:rPr sz="1400">
                <a:latin typeface="Consolas"/>
              </a:rPr>
              <a:t>&lt;script src="https://unpkg.com/vue@3/dist/vue.global.js"&gt;&lt;/script&gt;</a:t>
            </a:r>
            <a:br/>
            <a:r>
              <a:rPr sz="1400">
                <a:latin typeface="Consolas"/>
              </a:rPr>
              <a:t>&lt;script&gt;</a:t>
            </a:r>
            <a:br/>
            <a:r>
              <a:rPr sz="1400">
                <a:latin typeface="Consolas"/>
              </a:rPr>
              <a:t>  const { createApp } = Vue;</a:t>
            </a:r>
            <a:br/>
            <a:br/>
            <a:r>
              <a:rPr sz="1400">
                <a:latin typeface="Consolas"/>
              </a:rPr>
              <a:t>  createApp({</a:t>
            </a:r>
            <a:br/>
            <a:r>
              <a:rPr sz="1400">
                <a:latin typeface="Consolas"/>
              </a:rPr>
              <a:t>    data() {</a:t>
            </a:r>
            <a:br/>
            <a:r>
              <a:rPr sz="1400">
                <a:latin typeface="Consolas"/>
              </a:rPr>
              <a:t>      return { msg: "Hola Vue", count: 0 };</a:t>
            </a:r>
            <a:br/>
            <a:r>
              <a:rPr sz="1400">
                <a:latin typeface="Consolas"/>
              </a:rPr>
              <a:t>    }</a:t>
            </a:r>
            <a:br/>
            <a:r>
              <a:rPr sz="1400">
                <a:latin typeface="Consolas"/>
              </a:rPr>
              <a:t>  }).mount("#app");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Tip: CDN es genial para prototipos; para apps reales usa Vite.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proyecto con Vite (recomendado)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npm create vue@latest</a:t>
            </a:r>
          </a:p>
          <a:p>
            <a:pPr/>
            <a:r>
              <a:t>2) cd tu-proyecto</a:t>
            </a:r>
          </a:p>
          <a:p>
            <a:pPr/>
            <a:r>
              <a:t>3) npm install</a:t>
            </a:r>
          </a:p>
          <a:p>
            <a:pPr/>
            <a:r>
              <a:t>4) npm run dev</a:t>
            </a:r>
          </a:p>
          <a:p>
            <a:pPr/>
            <a:r>
              <a:t>Estructura típica: src/main.js, src/App.vue, src/components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mínima de un SFC (.vue)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&lt;!-- src/components/Saludo.vue --&gt;</a:t>
            </a:r>
            <a:br/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&lt;div class="card"&gt;</a:t>
            </a:r>
            <a:br/>
            <a:r>
              <a:rPr sz="1400">
                <a:latin typeface="Consolas"/>
              </a:rPr>
              <a:t>    &lt;h2&gt;{{ titulo }}&lt;/h2&gt;</a:t>
            </a:r>
            <a:br/>
            <a:r>
              <a:rPr sz="1400">
                <a:latin typeface="Consolas"/>
              </a:rPr>
              <a:t>    &lt;p&gt;Hola, {{ nombre }}&lt;/p&gt;</a:t>
            </a:r>
            <a:br/>
            <a:r>
              <a:rPr sz="1400">
                <a:latin typeface="Consolas"/>
              </a:rPr>
              <a:t>  &lt;/div&gt;</a:t>
            </a:r>
            <a:br/>
            <a:r>
              <a:rPr sz="1400">
                <a:latin typeface="Consolas"/>
              </a:rPr>
              <a:t>&lt;/template&gt;</a:t>
            </a:r>
            <a:br/>
            <a:br/>
            <a:r>
              <a:rPr sz="1400">
                <a:latin typeface="Consolas"/>
              </a:rPr>
              <a:t>&lt;script&gt;</a:t>
            </a:r>
            <a:br/>
            <a:r>
              <a:rPr sz="1400">
                <a:latin typeface="Consolas"/>
              </a:rPr>
              <a:t>export default {</a:t>
            </a:r>
            <a:br/>
            <a:r>
              <a:rPr sz="1400">
                <a:latin typeface="Consolas"/>
              </a:rPr>
              <a:t>  props: { titulo: String },</a:t>
            </a:r>
            <a:br/>
            <a:r>
              <a:rPr sz="1400">
                <a:latin typeface="Consolas"/>
              </a:rPr>
              <a:t>  data() {</a:t>
            </a:r>
            <a:br/>
            <a:r>
              <a:rPr sz="1400">
                <a:latin typeface="Consolas"/>
              </a:rPr>
              <a:t>    return { nombre: "Ivan" };</a:t>
            </a:r>
            <a:br/>
            <a:r>
              <a:rPr sz="1400">
                <a:latin typeface="Consolas"/>
              </a:rPr>
              <a:t>  }</a:t>
            </a:r>
            <a:br/>
            <a:r>
              <a:rPr sz="1400">
                <a:latin typeface="Consolas"/>
              </a:rPr>
              <a:t>}</a:t>
            </a:r>
            <a:br/>
            <a:r>
              <a:rPr sz="1400">
                <a:latin typeface="Consolas"/>
              </a:rPr>
              <a:t>&lt;/script&gt;</a:t>
            </a:r>
            <a:br/>
            <a:br/>
            <a:r>
              <a:rPr sz="1400">
                <a:latin typeface="Consolas"/>
              </a:rPr>
              <a:t>&lt;style scoped&gt;</a:t>
            </a:r>
            <a:br/>
            <a:r>
              <a:rPr sz="1400">
                <a:latin typeface="Consolas"/>
              </a:rPr>
              <a:t>.card { padding: 16px; border: 1px solid #ddd; border-radius: 12px; }</a:t>
            </a:r>
            <a:br/>
            <a:r>
              <a:rPr sz="1400">
                <a:latin typeface="Consolas"/>
              </a:rPr>
              <a:t>&lt;/style&gt;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SFC = plantilla + lógica + estilos. 'scoped' limita estilos al componente.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Reactividad: estado →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Vue mantiene un 'estado' (data) y vuelve a renderizar lo necesario</a:t>
            </a:r>
          </a:p>
          <a:p>
            <a:pPr/>
            <a:r>
              <a:t>Evita manipular el DOM manualmente</a:t>
            </a:r>
          </a:p>
          <a:p>
            <a:pPr/>
            <a:r>
              <a:t>Patrón mental: 'estado único' + 'UI derivada'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Interpolación y expresiones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Usa {{ }} para mostrar variables en template</a:t>
            </a:r>
          </a:p>
          <a:p>
            <a:pPr/>
            <a:r>
              <a:t>Dentro puedes usar expresiones: {{ nombre.toUpperCase() }}</a:t>
            </a:r>
          </a:p>
          <a:p>
            <a:pPr/>
            <a:r>
              <a:t>Evita lógica compleja dentro del template → usa computed/métodos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Directivas esenciales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v-bind / :  → enlazar atributos: :src, :class, :disabled</a:t>
            </a:r>
          </a:p>
          <a:p>
            <a:pPr/>
            <a:r>
              <a:t>v-on / @   → eventos: @click, @submit</a:t>
            </a:r>
          </a:p>
          <a:p>
            <a:pPr/>
            <a:r>
              <a:t>v-if / v-else / v-show → condicional</a:t>
            </a:r>
          </a:p>
          <a:p>
            <a:pPr/>
            <a:r>
              <a:t>v-for      → listas</a:t>
            </a:r>
          </a:p>
          <a:p>
            <a:pPr/>
            <a:r>
              <a:t>v-model    → formularios (two-way binding)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 de directivas (básico)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&lt;img :src="avatarUrl" :alt="nombre" /&gt;</a:t>
            </a:r>
            <a:br/>
            <a:r>
              <a:rPr sz="1400">
                <a:latin typeface="Consolas"/>
              </a:rPr>
              <a:t>  &lt;p v-if="online"&gt;🟢 Online&lt;/p&gt;</a:t>
            </a:r>
            <a:br/>
            <a:r>
              <a:rPr sz="1400">
                <a:latin typeface="Consolas"/>
              </a:rPr>
              <a:t>  &lt;p v-else&gt;🔴 Offline&lt;/p&gt;</a:t>
            </a:r>
            <a:br/>
            <a:br/>
            <a:r>
              <a:rPr sz="1400">
                <a:latin typeface="Consolas"/>
              </a:rPr>
              <a:t>  &lt;ul&gt;</a:t>
            </a:r>
            <a:br/>
            <a:r>
              <a:rPr sz="1400">
                <a:latin typeface="Consolas"/>
              </a:rPr>
              <a:t>    &lt;li v-for="u in users" :key="u.id"&gt;{{ u.name }}&lt;/li&gt;</a:t>
            </a:r>
            <a:br/>
            <a:r>
              <a:rPr sz="1400">
                <a:latin typeface="Consolas"/>
              </a:rPr>
              <a:t>  &lt;/ul&gt;</a:t>
            </a:r>
            <a:br/>
            <a:br/>
            <a:r>
              <a:rPr sz="1400">
                <a:latin typeface="Consolas"/>
              </a:rPr>
              <a:t>  &lt;input v-model="nombre" placeholder="Tu nombre" /&gt;</a:t>
            </a:r>
            <a:br/>
            <a:r>
              <a:rPr sz="1400">
                <a:latin typeface="Consolas"/>
              </a:rPr>
              <a:t>  &lt;button :disabled="nombre.length &lt; 3"&gt;Enviar&lt;/button&gt;</a:t>
            </a:r>
            <a:br/>
            <a:r>
              <a:rPr sz="1400">
                <a:latin typeface="Consolas"/>
              </a:rPr>
              <a:t>&lt;/template&gt;</a:t>
            </a:r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Eventos y métodos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Los eventos disparan funciones (métodos)</a:t>
            </a:r>
          </a:p>
          <a:p>
            <a:pPr/>
            <a:r>
              <a:t>Puedes pasar parámetros: @click="borrar(id)"</a:t>
            </a:r>
          </a:p>
          <a:p>
            <a:pPr/>
            <a:r>
              <a:t>Puedes usar modifiers: @submit.prevent, @keyup.enter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Eventos: @click, @submit.prevent, @keyup.enter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&lt;form @submit.prevent="login"&gt;</a:t>
            </a:r>
            <a:br/>
            <a:r>
              <a:rPr sz="1400">
                <a:latin typeface="Consolas"/>
              </a:rPr>
              <a:t>    &lt;input v-model="email" type="email" placeholder="email" /&gt;</a:t>
            </a:r>
            <a:br/>
            <a:r>
              <a:rPr sz="1400">
                <a:latin typeface="Consolas"/>
              </a:rPr>
              <a:t>    &lt;input v-model="pass" type="password" placeholder="password" @keyup.enter="login" /&gt;</a:t>
            </a:r>
            <a:br/>
            <a:r>
              <a:rPr sz="1400">
                <a:latin typeface="Consolas"/>
              </a:rPr>
              <a:t>    &lt;button&gt;Entrar&lt;/button&gt;</a:t>
            </a:r>
            <a:br/>
            <a:r>
              <a:rPr sz="1400">
                <a:latin typeface="Consolas"/>
              </a:rPr>
              <a:t>  &lt;/form&gt;</a:t>
            </a:r>
            <a:br/>
            <a:br/>
            <a:r>
              <a:rPr sz="1400">
                <a:latin typeface="Consolas"/>
              </a:rPr>
              <a:t>  &lt;button @click="count++"&gt;Clicks: {{ count }}&lt;/button&gt;</a:t>
            </a:r>
            <a:br/>
            <a:r>
              <a:rPr sz="1400">
                <a:latin typeface="Consolas"/>
              </a:rPr>
              <a:t>&lt;/template&gt;</a:t>
            </a:r>
            <a:br/>
            <a:br/>
            <a:r>
              <a:rPr sz="1400">
                <a:latin typeface="Consolas"/>
              </a:rPr>
              <a:t>&lt;script&gt;</a:t>
            </a:r>
            <a:br/>
            <a:r>
              <a:rPr sz="1400">
                <a:latin typeface="Consolas"/>
              </a:rPr>
              <a:t>export default {</a:t>
            </a:r>
            <a:br/>
            <a:r>
              <a:rPr sz="1400">
                <a:latin typeface="Consolas"/>
              </a:rPr>
              <a:t>  data() {</a:t>
            </a:r>
            <a:br/>
            <a:r>
              <a:rPr sz="1400">
                <a:latin typeface="Consolas"/>
              </a:rPr>
              <a:t>    return { email: "", pass: "", count: 0 };</a:t>
            </a:r>
            <a:br/>
            <a:r>
              <a:rPr sz="1400">
                <a:latin typeface="Consolas"/>
              </a:rPr>
              <a:t>  },</a:t>
            </a:r>
            <a:br/>
            <a:r>
              <a:rPr sz="1400">
                <a:latin typeface="Consolas"/>
              </a:rPr>
              <a:t>  methods: {</a:t>
            </a:r>
            <a:br/>
            <a:r>
              <a:rPr sz="1400">
                <a:latin typeface="Consolas"/>
              </a:rPr>
              <a:t>    login() { console.log("Login", this.email); }</a:t>
            </a:r>
            <a:br/>
            <a:r>
              <a:rPr sz="1400">
                <a:latin typeface="Consolas"/>
              </a:rPr>
              <a:t>  }</a:t>
            </a:r>
            <a:br/>
            <a:r>
              <a:rPr sz="1400">
                <a:latin typeface="Consolas"/>
              </a:rPr>
              <a:t>}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v-model en profundidad (forms)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Soporta input, textarea, select, checkbox, radio</a:t>
            </a:r>
          </a:p>
          <a:p>
            <a:pPr/>
            <a:r>
              <a:t>Modifiers: .trim, .number, .lazy</a:t>
            </a:r>
          </a:p>
          <a:p>
            <a:pPr/>
            <a:r>
              <a:t>Patrón: valida al enviar y/o con watch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v-model: checkbox + select + modifiers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&lt;input v-model.trim="nombre" placeholder="Nombre" /&gt;</a:t>
            </a:r>
            <a:br/>
            <a:r>
              <a:rPr sz="1400">
                <a:latin typeface="Consolas"/>
              </a:rPr>
              <a:t>  &lt;input v-model.number="edad" type="number" /&gt;</a:t>
            </a:r>
            <a:br/>
            <a:br/>
            <a:r>
              <a:rPr sz="1400">
                <a:latin typeface="Consolas"/>
              </a:rPr>
              <a:t>  &lt;label&gt;</a:t>
            </a:r>
            <a:br/>
            <a:r>
              <a:rPr sz="1400">
                <a:latin typeface="Consolas"/>
              </a:rPr>
              <a:t>    &lt;input type="checkbox" v-model="acepta" /&gt;</a:t>
            </a:r>
            <a:br/>
            <a:r>
              <a:rPr sz="1400">
                <a:latin typeface="Consolas"/>
              </a:rPr>
              <a:t>    Acepto términos</a:t>
            </a:r>
            <a:br/>
            <a:r>
              <a:rPr sz="1400">
                <a:latin typeface="Consolas"/>
              </a:rPr>
              <a:t>  &lt;/label&gt;</a:t>
            </a:r>
            <a:br/>
            <a:br/>
            <a:r>
              <a:rPr sz="1400">
                <a:latin typeface="Consolas"/>
              </a:rPr>
              <a:t>  &lt;select v-model="rol"&gt;</a:t>
            </a:r>
            <a:br/>
            <a:r>
              <a:rPr sz="1400">
                <a:latin typeface="Consolas"/>
              </a:rPr>
              <a:t>    &lt;option value="user"&gt;User&lt;/option&gt;</a:t>
            </a:r>
            <a:br/>
            <a:r>
              <a:rPr sz="1400">
                <a:latin typeface="Consolas"/>
              </a:rPr>
              <a:t>    &lt;option value="admin"&gt;Admin&lt;/option&gt;</a:t>
            </a:r>
            <a:br/>
            <a:r>
              <a:rPr sz="1400">
                <a:latin typeface="Consolas"/>
              </a:rPr>
              <a:t>  &lt;/select&gt;</a:t>
            </a:r>
            <a:br/>
            <a:br/>
            <a:r>
              <a:rPr sz="1400">
                <a:latin typeface="Consolas"/>
              </a:rPr>
              <a:t>  &lt;pre&gt;{{ { nombre, edad, acepta, rol } }}&lt;/pre&gt;</a:t>
            </a:r>
            <a:br/>
            <a:r>
              <a:rPr sz="1400">
                <a:latin typeface="Consolas"/>
              </a:rPr>
              <a:t>&lt;/template&gt;</a:t>
            </a:r>
            <a:br/>
            <a:br/>
            <a:r>
              <a:rPr sz="1400">
                <a:latin typeface="Consolas"/>
              </a:rPr>
              <a:t>&lt;script&gt;</a:t>
            </a:r>
            <a:br/>
            <a:r>
              <a:rPr sz="1400">
                <a:latin typeface="Consolas"/>
              </a:rPr>
              <a:t>export default {</a:t>
            </a:r>
            <a:br/>
            <a:r>
              <a:rPr sz="1400">
                <a:latin typeface="Consolas"/>
              </a:rPr>
              <a:t>  data() {</a:t>
            </a:r>
            <a:br/>
            <a:r>
              <a:rPr sz="1400">
                <a:latin typeface="Consolas"/>
              </a:rPr>
              <a:t>    return { nombre: "", edad: 0, acepta: false, rol: "user" };</a:t>
            </a:r>
            <a:br/>
            <a:r>
              <a:rPr sz="1400">
                <a:latin typeface="Consolas"/>
              </a:rPr>
              <a:t>  }</a:t>
            </a:r>
            <a:br/>
            <a:r>
              <a:rPr sz="1400">
                <a:latin typeface="Consolas"/>
              </a:rPr>
              <a:t>}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Computed vs Methods (básico)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computed: cachea el resultado hasta que cambien dependencias</a:t>
            </a:r>
          </a:p>
          <a:p>
            <a:pPr/>
            <a:r>
              <a:t>methods: se ejecuta cada vez que se renderiza si se usa en template</a:t>
            </a:r>
          </a:p>
          <a:p>
            <a:pPr/>
            <a:r>
              <a:t>Regla: derivados → computed; acciones → methods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computed (ejemplo simple)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&lt;p&gt;Total: {{ total }}&lt;/p&gt;</a:t>
            </a:r>
            <a:br/>
            <a:r>
              <a:rPr sz="1400">
                <a:latin typeface="Consolas"/>
              </a:rPr>
              <a:t>&lt;/template&gt;</a:t>
            </a:r>
            <a:br/>
            <a:br/>
            <a:r>
              <a:rPr sz="1400">
                <a:latin typeface="Consolas"/>
              </a:rPr>
              <a:t>&lt;script&gt;</a:t>
            </a:r>
            <a:br/>
            <a:r>
              <a:rPr sz="1400">
                <a:latin typeface="Consolas"/>
              </a:rPr>
              <a:t>export default {</a:t>
            </a:r>
            <a:br/>
            <a:r>
              <a:rPr sz="1400">
                <a:latin typeface="Consolas"/>
              </a:rPr>
              <a:t>  data() { return { precio: 10, cantidad: 3 }; },</a:t>
            </a:r>
            <a:br/>
            <a:r>
              <a:rPr sz="1400">
                <a:latin typeface="Consolas"/>
              </a:rPr>
              <a:t>  computed: {</a:t>
            </a:r>
            <a:br/>
            <a:r>
              <a:rPr sz="1400">
                <a:latin typeface="Consolas"/>
              </a:rPr>
              <a:t>    total() { return this.precio * this.cantidad; }</a:t>
            </a:r>
            <a:br/>
            <a:r>
              <a:rPr sz="1400">
                <a:latin typeface="Consolas"/>
              </a:rPr>
              <a:t>  }</a:t>
            </a:r>
            <a:br/>
            <a:r>
              <a:rPr sz="1400">
                <a:latin typeface="Consolas"/>
              </a:rPr>
              <a:t>}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 (básico)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watch observa cambios y ejecuta lógica (side effects)</a:t>
            </a:r>
          </a:p>
          <a:p>
            <a:pPr/>
            <a:r>
              <a:t>Útil para: llamadas API por búsqueda, validaciones, persistencia local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watch: buscador con debounce sencillo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&lt;input v-model="q" placeholder="Buscar..." /&gt;</a:t>
            </a:r>
            <a:br/>
            <a:r>
              <a:rPr sz="1400">
                <a:latin typeface="Consolas"/>
              </a:rPr>
              <a:t>  &lt;p v-if="loading"&gt;Cargando...&lt;/p&gt;</a:t>
            </a:r>
            <a:br/>
            <a:r>
              <a:rPr sz="1400">
                <a:latin typeface="Consolas"/>
              </a:rPr>
              <a:t>  &lt;ul&gt;&lt;li v-for="r in results" :key="r.id"&gt;{{ r.name }}&lt;/li&gt;&lt;/ul&gt;</a:t>
            </a:r>
            <a:br/>
            <a:r>
              <a:rPr sz="1400">
                <a:latin typeface="Consolas"/>
              </a:rPr>
              <a:t>&lt;/template&gt;</a:t>
            </a:r>
            <a:br/>
            <a:br/>
            <a:r>
              <a:rPr sz="1400">
                <a:latin typeface="Consolas"/>
              </a:rPr>
              <a:t>&lt;script&gt;</a:t>
            </a:r>
            <a:br/>
            <a:r>
              <a:rPr sz="1400">
                <a:latin typeface="Consolas"/>
              </a:rPr>
              <a:t>export default {</a:t>
            </a:r>
            <a:br/>
            <a:r>
              <a:rPr sz="1400">
                <a:latin typeface="Consolas"/>
              </a:rPr>
              <a:t>  data() { return { q: "", results: [], loading: false, t: null }; },</a:t>
            </a:r>
            <a:br/>
            <a:r>
              <a:rPr sz="1400">
                <a:latin typeface="Consolas"/>
              </a:rPr>
              <a:t>  watch: {</a:t>
            </a:r>
            <a:br/>
            <a:r>
              <a:rPr sz="1400">
                <a:latin typeface="Consolas"/>
              </a:rPr>
              <a:t>    q() {</a:t>
            </a:r>
            <a:br/>
            <a:r>
              <a:rPr sz="1400">
                <a:latin typeface="Consolas"/>
              </a:rPr>
              <a:t>      clearTimeout(this.t);</a:t>
            </a:r>
            <a:br/>
            <a:r>
              <a:rPr sz="1400">
                <a:latin typeface="Consolas"/>
              </a:rPr>
              <a:t>      this.t = setTimeout(this.fetchResults, 400);</a:t>
            </a:r>
            <a:br/>
            <a:r>
              <a:rPr sz="1400">
                <a:latin typeface="Consolas"/>
              </a:rPr>
              <a:t>    }</a:t>
            </a:r>
            <a:br/>
            <a:r>
              <a:rPr sz="1400">
                <a:latin typeface="Consolas"/>
              </a:rPr>
              <a:t>  },</a:t>
            </a:r>
            <a:br/>
            <a:r>
              <a:rPr sz="1400">
                <a:latin typeface="Consolas"/>
              </a:rPr>
              <a:t>  methods: {</a:t>
            </a:r>
            <a:br/>
            <a:r>
              <a:rPr sz="1400">
                <a:latin typeface="Consolas"/>
              </a:rPr>
              <a:t>    async fetchResults() {</a:t>
            </a:r>
            <a:br/>
            <a:r>
              <a:rPr sz="1400">
                <a:latin typeface="Consolas"/>
              </a:rPr>
              <a:t>      if (!this.q) { this.results = []; return; }</a:t>
            </a:r>
            <a:br/>
            <a:r>
              <a:rPr sz="1400">
                <a:latin typeface="Consolas"/>
              </a:rPr>
              <a:t>      this.loading = true;</a:t>
            </a:r>
            <a:br/>
            <a:r>
              <a:rPr sz="1400">
                <a:latin typeface="Consolas"/>
              </a:rPr>
              <a:t>      // fetch(...) aquí</a:t>
            </a:r>
            <a:br/>
            <a:r>
              <a:rPr sz="1400">
                <a:latin typeface="Consolas"/>
              </a:rPr>
              <a:t>      this.loading = false;</a:t>
            </a:r>
            <a:br/>
            <a:r>
              <a:rPr sz="1400">
                <a:latin typeface="Consolas"/>
              </a:rPr>
              <a:t>    }</a:t>
            </a:r>
            <a:br/>
            <a:r>
              <a:rPr sz="1400">
                <a:latin typeface="Consolas"/>
              </a:rPr>
              <a:t>  }</a:t>
            </a:r>
            <a:br/>
            <a:r>
              <a:rPr sz="1400">
                <a:latin typeface="Consolas"/>
              </a:rPr>
              <a:t>}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En proyectos reales usa un debounce reutilizable (composable) o librería.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de vida (lo esencial)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mounted(): DOM listo (ideal para fetch inicial)</a:t>
            </a:r>
          </a:p>
          <a:p>
            <a:pPr/>
            <a:r>
              <a:t>updated(): cuando cambia el render (cuidado con loops)</a:t>
            </a:r>
          </a:p>
          <a:p>
            <a:pPr/>
            <a:r>
              <a:t>unmounted(): limpiar timers, listeners, sockets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mounted/unmounted (limpieza)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export default {</a:t>
            </a:r>
            <a:br/>
            <a:r>
              <a:rPr sz="1400">
                <a:latin typeface="Consolas"/>
              </a:rPr>
              <a:t>  data() { return { intervalId: null, now: Date.now() }; },</a:t>
            </a:r>
            <a:br/>
            <a:r>
              <a:rPr sz="1400">
                <a:latin typeface="Consolas"/>
              </a:rPr>
              <a:t>  mounted() {</a:t>
            </a:r>
            <a:br/>
            <a:r>
              <a:rPr sz="1400">
                <a:latin typeface="Consolas"/>
              </a:rPr>
              <a:t>    this.intervalId = setInterval(() =&gt; this.now = Date.now(), 1000);</a:t>
            </a:r>
            <a:br/>
            <a:r>
              <a:rPr sz="1400">
                <a:latin typeface="Consolas"/>
              </a:rPr>
              <a:t>  },</a:t>
            </a:r>
            <a:br/>
            <a:r>
              <a:rPr sz="1400">
                <a:latin typeface="Consolas"/>
              </a:rPr>
              <a:t>  unmounted() {</a:t>
            </a:r>
            <a:br/>
            <a:r>
              <a:rPr sz="1400">
                <a:latin typeface="Consolas"/>
              </a:rPr>
              <a:t>    clearInterval(this.intervalId);</a:t>
            </a:r>
            <a:br/>
            <a:r>
              <a:rPr sz="1400">
                <a:latin typeface="Consolas"/>
              </a:rPr>
              <a:t>  }</a:t>
            </a:r>
            <a:br/>
            <a:r>
              <a:rPr sz="1400">
                <a:latin typeface="Consolas"/>
              </a:rPr>
              <a:t>}</a:t>
            </a:r>
            <a:b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Mini‑proyecto Básico: Contador + Lista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Contador con @click</a:t>
            </a:r>
          </a:p>
          <a:p>
            <a:pPr/>
            <a:r>
              <a:t>2) Formulario para añadir items (v-model)</a:t>
            </a:r>
          </a:p>
          <a:p>
            <a:pPr/>
            <a:r>
              <a:t>3) Lista renderizada (v-for)</a:t>
            </a:r>
          </a:p>
          <a:p>
            <a:pPr/>
            <a:r>
              <a:t>4) Eliminar item por id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Mini‑proyecto básico (componente único)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&lt;h1&gt;Lista de tareas&lt;/h1&gt;</a:t>
            </a:r>
            <a:br/>
            <a:br/>
            <a:r>
              <a:rPr sz="1400">
                <a:latin typeface="Consolas"/>
              </a:rPr>
              <a:t>  &lt;form @submit.prevent="add"&gt;</a:t>
            </a:r>
            <a:br/>
            <a:r>
              <a:rPr sz="1400">
                <a:latin typeface="Consolas"/>
              </a:rPr>
              <a:t>    &lt;input v-model.trim="text" placeholder="Nueva tarea" /&gt;</a:t>
            </a:r>
            <a:br/>
            <a:r>
              <a:rPr sz="1400">
                <a:latin typeface="Consolas"/>
              </a:rPr>
              <a:t>    &lt;button :disabled="!text"&gt;Añadir&lt;/button&gt;</a:t>
            </a:r>
            <a:br/>
            <a:r>
              <a:rPr sz="1400">
                <a:latin typeface="Consolas"/>
              </a:rPr>
              <a:t>  &lt;/form&gt;</a:t>
            </a:r>
            <a:br/>
            <a:br/>
            <a:r>
              <a:rPr sz="1400">
                <a:latin typeface="Consolas"/>
              </a:rPr>
              <a:t>  &lt;ul&gt;</a:t>
            </a:r>
            <a:br/>
            <a:r>
              <a:rPr sz="1400">
                <a:latin typeface="Consolas"/>
              </a:rPr>
              <a:t>    &lt;li v-for="t in todos" :key="t.id"&gt;</a:t>
            </a:r>
            <a:br/>
            <a:r>
              <a:rPr sz="1400">
                <a:latin typeface="Consolas"/>
              </a:rPr>
              <a:t>      {{ t.text }}</a:t>
            </a:r>
            <a:br/>
            <a:r>
              <a:rPr sz="1400">
                <a:latin typeface="Consolas"/>
              </a:rPr>
              <a:t>      &lt;button @click="remove(t.id)"&gt;X&lt;/button&gt;</a:t>
            </a:r>
            <a:br/>
            <a:r>
              <a:rPr sz="1400">
                <a:latin typeface="Consolas"/>
              </a:rPr>
              <a:t>    &lt;/li&gt;</a:t>
            </a:r>
            <a:br/>
            <a:r>
              <a:rPr sz="1400">
                <a:latin typeface="Consolas"/>
              </a:rPr>
              <a:t>  &lt;/ul&gt;</a:t>
            </a:r>
            <a:br/>
            <a:r>
              <a:rPr sz="1400">
                <a:latin typeface="Consolas"/>
              </a:rPr>
              <a:t>&lt;/template&gt;</a:t>
            </a:r>
            <a:br/>
            <a:br/>
            <a:r>
              <a:rPr sz="1400">
                <a:latin typeface="Consolas"/>
              </a:rPr>
              <a:t>&lt;script&gt;</a:t>
            </a:r>
            <a:br/>
            <a:r>
              <a:rPr sz="1400">
                <a:latin typeface="Consolas"/>
              </a:rPr>
              <a:t>export default {</a:t>
            </a:r>
            <a:br/>
            <a:r>
              <a:rPr sz="1400">
                <a:latin typeface="Consolas"/>
              </a:rPr>
              <a:t>  data() {</a:t>
            </a:r>
            <a:br/>
            <a:r>
              <a:rPr sz="1400">
                <a:latin typeface="Consolas"/>
              </a:rPr>
              <a:t>    return { text: "", todos: [{ id: 1, text: "Aprender Vue" }] };</a:t>
            </a:r>
            <a:br/>
            <a:r>
              <a:rPr sz="1400">
                <a:latin typeface="Consolas"/>
              </a:rPr>
              <a:t>  },</a:t>
            </a:r>
            <a:br/>
            <a:r>
              <a:rPr sz="1400">
                <a:latin typeface="Consolas"/>
              </a:rPr>
              <a:t>  methods: {</a:t>
            </a:r>
            <a:br/>
            <a:r>
              <a:rPr sz="1400">
                <a:latin typeface="Consolas"/>
              </a:rPr>
              <a:t>    add() {</a:t>
            </a:r>
            <a:br/>
            <a:r>
              <a:rPr sz="1400">
                <a:latin typeface="Consolas"/>
              </a:rPr>
              <a:t>      this.todos.push({ id: Date.now(), text: this.text });</a:t>
            </a:r>
            <a:br/>
            <a:r>
              <a:rPr sz="1400">
                <a:latin typeface="Consolas"/>
              </a:rPr>
              <a:t>      this.text = "";</a:t>
            </a:r>
            <a:br/>
            <a:r>
              <a:rPr sz="1400">
                <a:latin typeface="Consolas"/>
              </a:rPr>
              <a:t>    },</a:t>
            </a:r>
            <a:br/>
            <a:r>
              <a:rPr sz="1400">
                <a:latin typeface="Consolas"/>
              </a:rPr>
              <a:t>    remove(id) {</a:t>
            </a:r>
            <a:br/>
            <a:r>
              <a:rPr sz="1400">
                <a:latin typeface="Consolas"/>
              </a:rPr>
              <a:t>      this.todos = this.todos.filter(t =&gt; t.id !== id);</a:t>
            </a:r>
            <a:br/>
            <a:r>
              <a:rPr sz="1400">
                <a:latin typeface="Consolas"/>
              </a:rPr>
              <a:t>    }</a:t>
            </a:r>
            <a:br/>
            <a:r>
              <a:rPr sz="1400">
                <a:latin typeface="Consolas"/>
              </a:rPr>
              <a:t>  }</a:t>
            </a:r>
            <a:br/>
            <a:r>
              <a:rPr sz="1400">
                <a:latin typeface="Consolas"/>
              </a:rPr>
              <a:t>}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 INTERMEDIO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construir apps reales con componentes, rutas, estado y APIs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recomendada (intermedio)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components/: UI reusable (Button, Modal, Card)</a:t>
            </a:r>
          </a:p>
          <a:p>
            <a:pPr/>
            <a:r>
              <a:t>views/: pantallas (Home, Team, Report)</a:t>
            </a:r>
          </a:p>
          <a:p>
            <a:pPr/>
            <a:r>
              <a:t>router/: rutas</a:t>
            </a:r>
          </a:p>
          <a:p>
            <a:pPr/>
            <a:r>
              <a:t>stores/: Pinia</a:t>
            </a:r>
          </a:p>
          <a:p>
            <a:pPr/>
            <a:r>
              <a:t>composables/: lógica reutilizable (useFetch, useAuth)</a:t>
            </a:r>
          </a:p>
          <a:p>
            <a:pPr/>
            <a:r>
              <a:t>services/: API clients (axios/fetch wrappers)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Componentes: props, eventos y contrato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Props: datos que entran al componente (inmutables desde el hijo)</a:t>
            </a:r>
          </a:p>
          <a:p>
            <a:pPr/>
            <a:r>
              <a:t>Emits: eventos que salen hacia el padre</a:t>
            </a:r>
          </a:p>
          <a:p>
            <a:pPr/>
            <a:r>
              <a:t>Contrato claro = componentes mantenibles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Props + Emits (patrón standard)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&lt;!-- ChildButton.vue --&gt;</a:t>
            </a:r>
            <a:br/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&lt;button @click="$emit('confirm')"&gt;{{ label }}&lt;/button&gt;</a:t>
            </a:r>
            <a:br/>
            <a:r>
              <a:rPr sz="1400">
                <a:latin typeface="Consolas"/>
              </a:rPr>
              <a:t>&lt;/template&gt;</a:t>
            </a:r>
            <a:br/>
            <a:br/>
            <a:r>
              <a:rPr sz="1400">
                <a:latin typeface="Consolas"/>
              </a:rPr>
              <a:t>&lt;script&gt;</a:t>
            </a:r>
            <a:br/>
            <a:r>
              <a:rPr sz="1400">
                <a:latin typeface="Consolas"/>
              </a:rPr>
              <a:t>export default {</a:t>
            </a:r>
            <a:br/>
            <a:r>
              <a:rPr sz="1400">
                <a:latin typeface="Consolas"/>
              </a:rPr>
              <a:t>  props: { label: { type: String, default: "OK" } },</a:t>
            </a:r>
            <a:br/>
            <a:r>
              <a:rPr sz="1400">
                <a:latin typeface="Consolas"/>
              </a:rPr>
              <a:t>  emits: ["confirm"]</a:t>
            </a:r>
            <a:br/>
            <a:r>
              <a:rPr sz="1400">
                <a:latin typeface="Consolas"/>
              </a:rPr>
              <a:t>}</a:t>
            </a:r>
            <a:br/>
            <a:r>
              <a:rPr sz="1400">
                <a:latin typeface="Consolas"/>
              </a:rPr>
              <a:t>&lt;/script&gt;</a:t>
            </a:r>
            <a:br/>
            <a:br/>
            <a:r>
              <a:rPr sz="1400">
                <a:latin typeface="Consolas"/>
              </a:rPr>
              <a:t>&lt;!-- Parent.vue --&gt;</a:t>
            </a:r>
            <a:br/>
            <a:r>
              <a:rPr sz="1400">
                <a:latin typeface="Consolas"/>
              </a:rPr>
              <a:t>&lt;ChildButton label="Guardar" @confirm="save" /&gt;</a:t>
            </a:r>
            <a:b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Slots (contenido flexible)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Slot default: inyectar contenido dentro del componente</a:t>
            </a:r>
          </a:p>
          <a:p>
            <a:pPr/>
            <a:r>
              <a:t>Named slots: header/footer/extra</a:t>
            </a:r>
          </a:p>
          <a:p>
            <a:pPr/>
            <a:r>
              <a:t>Muy útil en Modals, Cards, Layouts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Slots: Modal reutilizable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&lt;!-- Modal.vue --&gt;</a:t>
            </a:r>
            <a:br/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&lt;div class="modal"&gt;</a:t>
            </a:r>
            <a:br/>
            <a:r>
              <a:rPr sz="1400">
                <a:latin typeface="Consolas"/>
              </a:rPr>
              <a:t>    &lt;header&gt;&lt;slot name="header"/&gt;&lt;/header&gt;</a:t>
            </a:r>
            <a:br/>
            <a:r>
              <a:rPr sz="1400">
                <a:latin typeface="Consolas"/>
              </a:rPr>
              <a:t>    &lt;main&gt;&lt;slot/&gt;&lt;/main&gt;</a:t>
            </a:r>
            <a:br/>
            <a:r>
              <a:rPr sz="1400">
                <a:latin typeface="Consolas"/>
              </a:rPr>
              <a:t>    &lt;footer&gt;&lt;slot name="footer"/&gt;&lt;/footer&gt;</a:t>
            </a:r>
            <a:br/>
            <a:r>
              <a:rPr sz="1400">
                <a:latin typeface="Consolas"/>
              </a:rPr>
              <a:t>  &lt;/div&gt;</a:t>
            </a:r>
            <a:br/>
            <a:r>
              <a:rPr sz="1400">
                <a:latin typeface="Consolas"/>
              </a:rPr>
              <a:t>&lt;/template&gt;</a:t>
            </a:r>
            <a:br/>
            <a:br/>
            <a:r>
              <a:rPr sz="1400">
                <a:latin typeface="Consolas"/>
              </a:rPr>
              <a:t>&lt;!-- Uso --&gt;</a:t>
            </a:r>
            <a:br/>
            <a:r>
              <a:rPr sz="1400">
                <a:latin typeface="Consolas"/>
              </a:rPr>
              <a:t>&lt;Modal&gt;</a:t>
            </a:r>
            <a:br/>
            <a:r>
              <a:rPr sz="1400">
                <a:latin typeface="Consolas"/>
              </a:rPr>
              <a:t>  &lt;template #header&gt;&lt;h3&gt;Confirmar&lt;/h3&gt;&lt;/template&gt;</a:t>
            </a:r>
            <a:br/>
            <a:r>
              <a:rPr sz="1400">
                <a:latin typeface="Consolas"/>
              </a:rPr>
              <a:t>  ¿Seguro que deseas borrar?</a:t>
            </a:r>
            <a:br/>
            <a:r>
              <a:rPr sz="1400">
                <a:latin typeface="Consolas"/>
              </a:rPr>
              <a:t>  &lt;template #footer&gt;</a:t>
            </a:r>
            <a:br/>
            <a:r>
              <a:rPr sz="1400">
                <a:latin typeface="Consolas"/>
              </a:rPr>
              <a:t>    &lt;button @click="ok"&gt;OK&lt;/button&gt;</a:t>
            </a:r>
            <a:br/>
            <a:r>
              <a:rPr sz="1400">
                <a:latin typeface="Consolas"/>
              </a:rPr>
              <a:t>  &lt;/template&gt;</a:t>
            </a:r>
            <a:br/>
            <a:r>
              <a:rPr sz="1400">
                <a:latin typeface="Consolas"/>
              </a:rPr>
              <a:t>&lt;/Modal&gt;</a:t>
            </a:r>
            <a:b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lifting y patrones de comunicación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Padre controla el estado y lo pasa por props</a:t>
            </a:r>
          </a:p>
          <a:p>
            <a:pPr/>
            <a:r>
              <a:t>Hijo emite eventos para pedir cambios</a:t>
            </a:r>
          </a:p>
          <a:p>
            <a:pPr/>
            <a:r>
              <a:t>Evita 'dos fuentes de verdad'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calls con fetch/axios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Usa async/await y controla: loading, error, data</a:t>
            </a:r>
          </a:p>
          <a:p>
            <a:pPr/>
            <a:r>
              <a:t>Centraliza llamadas en /services</a:t>
            </a:r>
          </a:p>
          <a:p>
            <a:pPr/>
            <a:r>
              <a:t>Añade cancelación en búsquedas (AbortController)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useFetch composable (intermedio)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// src/composables/useFetch.js</a:t>
            </a:r>
            <a:br/>
            <a:r>
              <a:rPr sz="1400">
                <a:latin typeface="Consolas"/>
              </a:rPr>
              <a:t>import { ref } from "vue";</a:t>
            </a:r>
            <a:br/>
            <a:br/>
            <a:r>
              <a:rPr sz="1400">
                <a:latin typeface="Consolas"/>
              </a:rPr>
              <a:t>export function useFetch(url) {</a:t>
            </a:r>
            <a:br/>
            <a:r>
              <a:rPr sz="1400">
                <a:latin typeface="Consolas"/>
              </a:rPr>
              <a:t>  const data = ref(null);</a:t>
            </a:r>
            <a:br/>
            <a:r>
              <a:rPr sz="1400">
                <a:latin typeface="Consolas"/>
              </a:rPr>
              <a:t>  const loading = ref(false);</a:t>
            </a:r>
            <a:br/>
            <a:r>
              <a:rPr sz="1400">
                <a:latin typeface="Consolas"/>
              </a:rPr>
              <a:t>  const error = ref(null);</a:t>
            </a:r>
            <a:br/>
            <a:br/>
            <a:r>
              <a:rPr sz="1400">
                <a:latin typeface="Consolas"/>
              </a:rPr>
              <a:t>  const run = async () =&gt; {</a:t>
            </a:r>
            <a:br/>
            <a:r>
              <a:rPr sz="1400">
                <a:latin typeface="Consolas"/>
              </a:rPr>
              <a:t>    loading.value = true; error.value = null;</a:t>
            </a:r>
            <a:br/>
            <a:r>
              <a:rPr sz="1400">
                <a:latin typeface="Consolas"/>
              </a:rPr>
              <a:t>    try {</a:t>
            </a:r>
            <a:br/>
            <a:r>
              <a:rPr sz="1400">
                <a:latin typeface="Consolas"/>
              </a:rPr>
              <a:t>      const res = await fetch(url);</a:t>
            </a:r>
            <a:br/>
            <a:r>
              <a:rPr sz="1400">
                <a:latin typeface="Consolas"/>
              </a:rPr>
              <a:t>      if (!res.ok) throw new Error("HTTP " + res.status);</a:t>
            </a:r>
            <a:br/>
            <a:r>
              <a:rPr sz="1400">
                <a:latin typeface="Consolas"/>
              </a:rPr>
              <a:t>      data.value = await res.json();</a:t>
            </a:r>
            <a:br/>
            <a:r>
              <a:rPr sz="1400">
                <a:latin typeface="Consolas"/>
              </a:rPr>
              <a:t>    } catch (e) { error.value = e; }</a:t>
            </a:r>
            <a:br/>
            <a:r>
              <a:rPr sz="1400">
                <a:latin typeface="Consolas"/>
              </a:rPr>
              <a:t>    finally { loading.value = false; }</a:t>
            </a:r>
            <a:br/>
            <a:r>
              <a:rPr sz="1400">
                <a:latin typeface="Consolas"/>
              </a:rPr>
              <a:t>  };</a:t>
            </a:r>
            <a:br/>
            <a:br/>
            <a:r>
              <a:rPr sz="1400">
                <a:latin typeface="Consolas"/>
              </a:rPr>
              <a:t>  return { data, loading, error, run };</a:t>
            </a:r>
            <a:br/>
            <a:r>
              <a:rPr sz="1400">
                <a:latin typeface="Consolas"/>
              </a:rPr>
              <a:t>}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Composables = lógica reutilizable en Composition API.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Consumir composable en un componente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&lt;script setup&gt;</a:t>
            </a:r>
            <a:br/>
            <a:r>
              <a:rPr sz="1400">
                <a:latin typeface="Consolas"/>
              </a:rPr>
              <a:t>import { onMounted } from "vue";</a:t>
            </a:r>
            <a:br/>
            <a:r>
              <a:rPr sz="1400">
                <a:latin typeface="Consolas"/>
              </a:rPr>
              <a:t>import { useFetch } from "@/composables/useFetch";</a:t>
            </a:r>
            <a:br/>
            <a:br/>
            <a:r>
              <a:rPr sz="1400">
                <a:latin typeface="Consolas"/>
              </a:rPr>
              <a:t>const { data: teams, loading, error, run } = useFetch("/api/teams");</a:t>
            </a:r>
            <a:br/>
            <a:r>
              <a:rPr sz="1400">
                <a:latin typeface="Consolas"/>
              </a:rPr>
              <a:t>onMounted(run);</a:t>
            </a:r>
            <a:br/>
            <a:r>
              <a:rPr sz="1400">
                <a:latin typeface="Consolas"/>
              </a:rPr>
              <a:t>&lt;/script&gt;</a:t>
            </a:r>
            <a:br/>
            <a:br/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&lt;p v-if="loading"&gt;Cargando...&lt;/p&gt;</a:t>
            </a:r>
            <a:br/>
            <a:r>
              <a:rPr sz="1400">
                <a:latin typeface="Consolas"/>
              </a:rPr>
              <a:t>  &lt;p v-else-if="error"&gt;Error: {{ error.message }}&lt;/p&gt;</a:t>
            </a:r>
            <a:br/>
            <a:r>
              <a:rPr sz="1400">
                <a:latin typeface="Consolas"/>
              </a:rPr>
              <a:t>  &lt;ul v-else&gt;</a:t>
            </a:r>
            <a:br/>
            <a:r>
              <a:rPr sz="1400">
                <a:latin typeface="Consolas"/>
              </a:rPr>
              <a:t>    &lt;li v-for="t in teams" :key="t.id"&gt;{{ t.name }}&lt;/li&gt;</a:t>
            </a:r>
            <a:br/>
            <a:r>
              <a:rPr sz="1400">
                <a:latin typeface="Consolas"/>
              </a:rPr>
              <a:t>  &lt;/ul&gt;</a:t>
            </a:r>
            <a:br/>
            <a:r>
              <a:rPr sz="1400">
                <a:latin typeface="Consolas"/>
              </a:rPr>
              <a:t>&lt;/template&gt;</a:t>
            </a:r>
            <a:b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Vue Router: conceptos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routes: path → component</a:t>
            </a:r>
          </a:p>
          <a:p>
            <a:pPr/>
            <a:r>
              <a:t>router-view: renderiza la vista actual</a:t>
            </a:r>
          </a:p>
          <a:p>
            <a:pPr/>
            <a:r>
              <a:t>router-link: navegación</a:t>
            </a:r>
          </a:p>
          <a:p>
            <a:pPr/>
            <a:r>
              <a:t>params y query: /team/:id y ?page=2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Router básico + params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// src/router/index.js</a:t>
            </a:r>
            <a:br/>
            <a:r>
              <a:rPr sz="1400">
                <a:latin typeface="Consolas"/>
              </a:rPr>
              <a:t>import { createRouter, createWebHistory } from "vue-router";</a:t>
            </a:r>
            <a:br/>
            <a:r>
              <a:rPr sz="1400">
                <a:latin typeface="Consolas"/>
              </a:rPr>
              <a:t>import Home from "@/views/Home.vue";</a:t>
            </a:r>
            <a:br/>
            <a:r>
              <a:rPr sz="1400">
                <a:latin typeface="Consolas"/>
              </a:rPr>
              <a:t>import Team from "@/views/Team.vue";</a:t>
            </a:r>
            <a:br/>
            <a:br/>
            <a:r>
              <a:rPr sz="1400">
                <a:latin typeface="Consolas"/>
              </a:rPr>
              <a:t>export default createRouter({</a:t>
            </a:r>
            <a:br/>
            <a:r>
              <a:rPr sz="1400">
                <a:latin typeface="Consolas"/>
              </a:rPr>
              <a:t>  history: createWebHistory(),</a:t>
            </a:r>
            <a:br/>
            <a:r>
              <a:rPr sz="1400">
                <a:latin typeface="Consolas"/>
              </a:rPr>
              <a:t>  routes: [</a:t>
            </a:r>
            <a:br/>
            <a:r>
              <a:rPr sz="1400">
                <a:latin typeface="Consolas"/>
              </a:rPr>
              <a:t>    { path: "/", component: Home },</a:t>
            </a:r>
            <a:br/>
            <a:r>
              <a:rPr sz="1400">
                <a:latin typeface="Consolas"/>
              </a:rPr>
              <a:t>    { path: "/team/:id", component: Team, props: true }</a:t>
            </a:r>
            <a:br/>
            <a:r>
              <a:rPr sz="1400">
                <a:latin typeface="Consolas"/>
              </a:rPr>
              <a:t>  ]</a:t>
            </a:r>
            <a:br/>
            <a:r>
              <a:rPr sz="1400">
                <a:latin typeface="Consolas"/>
              </a:rPr>
              <a:t>});</a:t>
            </a:r>
            <a:b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Leer params/query en la vista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&lt;script setup&gt;</a:t>
            </a:r>
            <a:br/>
            <a:r>
              <a:rPr sz="1400">
                <a:latin typeface="Consolas"/>
              </a:rPr>
              <a:t>import { useRoute, useRouter } from "vue-router";</a:t>
            </a:r>
            <a:br/>
            <a:r>
              <a:rPr sz="1400">
                <a:latin typeface="Consolas"/>
              </a:rPr>
              <a:t>const route = useRoute();</a:t>
            </a:r>
            <a:br/>
            <a:r>
              <a:rPr sz="1400">
                <a:latin typeface="Consolas"/>
              </a:rPr>
              <a:t>const router = useRouter();</a:t>
            </a:r>
            <a:br/>
            <a:br/>
            <a:r>
              <a:rPr sz="1400">
                <a:latin typeface="Consolas"/>
              </a:rPr>
              <a:t>const teamId = route.params.id;</a:t>
            </a:r>
            <a:br/>
            <a:r>
              <a:rPr sz="1400">
                <a:latin typeface="Consolas"/>
              </a:rPr>
              <a:t>const page = route.query.page ?? 1;</a:t>
            </a:r>
            <a:br/>
            <a:br/>
            <a:r>
              <a:rPr sz="1400">
                <a:latin typeface="Consolas"/>
              </a:rPr>
              <a:t>function goNext() {</a:t>
            </a:r>
            <a:br/>
            <a:r>
              <a:rPr sz="1400">
                <a:latin typeface="Consolas"/>
              </a:rPr>
              <a:t>  router.push({ query: { page: Number(page) + 1 } });</a:t>
            </a:r>
            <a:br/>
            <a:r>
              <a:rPr sz="1400">
                <a:latin typeface="Consolas"/>
              </a:rPr>
              <a:t>}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Guards (protección de rutas)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beforeEach: comprobar auth/roles</a:t>
            </a:r>
          </a:p>
          <a:p>
            <a:pPr/>
            <a:r>
              <a:t>Redireccionar a /login si no hay token</a:t>
            </a:r>
          </a:p>
          <a:p>
            <a:pPr/>
            <a:r>
              <a:t>Cuidado: no bloquees indefinidamente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 simple de autenticación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router.beforeEach((to) =&gt; {</a:t>
            </a:r>
            <a:br/>
            <a:r>
              <a:rPr sz="1400">
                <a:latin typeface="Consolas"/>
              </a:rPr>
              <a:t>  const isAuth = !!localStorage.getItem("token");</a:t>
            </a:r>
            <a:br/>
            <a:r>
              <a:rPr sz="1400">
                <a:latin typeface="Consolas"/>
              </a:rPr>
              <a:t>  if (to.meta.requiresAuth &amp;&amp; !isAuth) return "/login";</a:t>
            </a:r>
            <a:br/>
            <a:r>
              <a:rPr sz="1400">
                <a:latin typeface="Consolas"/>
              </a:rPr>
              <a:t>});</a:t>
            </a:r>
            <a:b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Pinia: estado global (intermedio)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Store = estado compartido (auth, filtros, carrito)</a:t>
            </a:r>
          </a:p>
          <a:p>
            <a:pPr/>
            <a:r>
              <a:t>State: datos</a:t>
            </a:r>
          </a:p>
          <a:p>
            <a:pPr/>
            <a:r>
              <a:t>Getters: derivados</a:t>
            </a:r>
          </a:p>
          <a:p>
            <a:pPr/>
            <a:r>
              <a:t>Actions: lógica que modifica state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Pinia store: auth (ejemplo)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// src/stores/auth.js</a:t>
            </a:r>
            <a:br/>
            <a:r>
              <a:rPr sz="1400">
                <a:latin typeface="Consolas"/>
              </a:rPr>
              <a:t>import { defineStore } from "pinia";</a:t>
            </a:r>
            <a:br/>
            <a:br/>
            <a:r>
              <a:rPr sz="1400">
                <a:latin typeface="Consolas"/>
              </a:rPr>
              <a:t>export const useAuthStore = defineStore("auth", {</a:t>
            </a:r>
            <a:br/>
            <a:r>
              <a:rPr sz="1400">
                <a:latin typeface="Consolas"/>
              </a:rPr>
              <a:t>  state: () =&gt; ({ token: null, user: null }),</a:t>
            </a:r>
            <a:br/>
            <a:r>
              <a:rPr sz="1400">
                <a:latin typeface="Consolas"/>
              </a:rPr>
              <a:t>  getters: {</a:t>
            </a:r>
            <a:br/>
            <a:r>
              <a:rPr sz="1400">
                <a:latin typeface="Consolas"/>
              </a:rPr>
              <a:t>    isLogged: (s) =&gt; !!s.token</a:t>
            </a:r>
            <a:br/>
            <a:r>
              <a:rPr sz="1400">
                <a:latin typeface="Consolas"/>
              </a:rPr>
              <a:t>  },</a:t>
            </a:r>
            <a:br/>
            <a:r>
              <a:rPr sz="1400">
                <a:latin typeface="Consolas"/>
              </a:rPr>
              <a:t>  actions: {</a:t>
            </a:r>
            <a:br/>
            <a:r>
              <a:rPr sz="1400">
                <a:latin typeface="Consolas"/>
              </a:rPr>
              <a:t>    login(token, user) { this.token = token; this.user = user; },</a:t>
            </a:r>
            <a:br/>
            <a:r>
              <a:rPr sz="1400">
                <a:latin typeface="Consolas"/>
              </a:rPr>
              <a:t>    logout() { this.token = null; this.user = null; }</a:t>
            </a:r>
            <a:br/>
            <a:r>
              <a:rPr sz="1400">
                <a:latin typeface="Consolas"/>
              </a:rPr>
              <a:t>  }</a:t>
            </a:r>
            <a:br/>
            <a:r>
              <a:rPr sz="1400">
                <a:latin typeface="Consolas"/>
              </a:rPr>
              <a:t>});</a:t>
            </a:r>
            <a:b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Usar Pinia en componentes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&lt;script setup&gt;</a:t>
            </a:r>
            <a:br/>
            <a:r>
              <a:rPr sz="1400">
                <a:latin typeface="Consolas"/>
              </a:rPr>
              <a:t>import { useAuthStore } from "@/stores/auth";</a:t>
            </a:r>
            <a:br/>
            <a:r>
              <a:rPr sz="1400">
                <a:latin typeface="Consolas"/>
              </a:rPr>
              <a:t>const auth = useAuthStore();</a:t>
            </a:r>
            <a:br/>
            <a:br/>
            <a:r>
              <a:rPr sz="1400">
                <a:latin typeface="Consolas"/>
              </a:rPr>
              <a:t>function doLogout() { auth.logout(); }</a:t>
            </a:r>
            <a:br/>
            <a:r>
              <a:rPr sz="1400">
                <a:latin typeface="Consolas"/>
              </a:rPr>
              <a:t>&lt;/script&gt;</a:t>
            </a:r>
            <a:br/>
            <a:br/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&lt;p v-if="auth.isLogged"&gt;Hola {{ auth.user?.name }}&lt;/p&gt;</a:t>
            </a:r>
            <a:br/>
            <a:r>
              <a:rPr sz="1400">
                <a:latin typeface="Consolas"/>
              </a:rPr>
              <a:t>  &lt;button @click="doLogout"&gt;Salir&lt;/button&gt;</a:t>
            </a:r>
            <a:br/>
            <a:r>
              <a:rPr sz="1400">
                <a:latin typeface="Consolas"/>
              </a:rPr>
              <a:t>&lt;/template&gt;</a:t>
            </a:r>
            <a:b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Persistencia de estado (intermedio)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Guardar token/filtros en localStorage</a:t>
            </a:r>
          </a:p>
          <a:p>
            <a:pPr/>
            <a:r>
              <a:t>Al iniciar la app: cargar store desde storage</a:t>
            </a:r>
          </a:p>
          <a:p>
            <a:pPr/>
            <a:r>
              <a:t>O usar plugins: pinia-plugin-persistedstate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Transiciones (UX)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&lt;Transition&gt; para animar entradas/salidas</a:t>
            </a:r>
          </a:p>
          <a:p>
            <a:pPr/>
            <a:r>
              <a:t>Clases: v-enter-from, v-enter-active, v-leave-to</a:t>
            </a:r>
          </a:p>
          <a:p>
            <a:pPr/>
            <a:r>
              <a:t>Usa transiciones en modals, listas, routes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básico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&lt;button @click="open = !open"&gt;Toggle&lt;/button&gt;</a:t>
            </a:r>
            <a:br/>
            <a:r>
              <a:rPr sz="1400">
                <a:latin typeface="Consolas"/>
              </a:rPr>
              <a:t>  &lt;Transition name="fade"&gt;</a:t>
            </a:r>
            <a:br/>
            <a:r>
              <a:rPr sz="1400">
                <a:latin typeface="Consolas"/>
              </a:rPr>
              <a:t>    &lt;p v-if="open"&gt;Hola&lt;/p&gt;</a:t>
            </a:r>
            <a:br/>
            <a:r>
              <a:rPr sz="1400">
                <a:latin typeface="Consolas"/>
              </a:rPr>
              <a:t>  &lt;/Transition&gt;</a:t>
            </a:r>
            <a:br/>
            <a:r>
              <a:rPr sz="1400">
                <a:latin typeface="Consolas"/>
              </a:rPr>
              <a:t>&lt;/template&gt;</a:t>
            </a:r>
            <a:br/>
            <a:br/>
            <a:r>
              <a:rPr sz="1400">
                <a:latin typeface="Consolas"/>
              </a:rPr>
              <a:t>&lt;script setup&gt;</a:t>
            </a:r>
            <a:br/>
            <a:r>
              <a:rPr sz="1400">
                <a:latin typeface="Consolas"/>
              </a:rPr>
              <a:t>import { ref } from "vue";</a:t>
            </a:r>
            <a:br/>
            <a:r>
              <a:rPr sz="1400">
                <a:latin typeface="Consolas"/>
              </a:rPr>
              <a:t>const open = ref(false);</a:t>
            </a:r>
            <a:br/>
            <a:r>
              <a:rPr sz="1400">
                <a:latin typeface="Consolas"/>
              </a:rPr>
              <a:t>&lt;/script&gt;</a:t>
            </a:r>
            <a:br/>
            <a:br/>
            <a:r>
              <a:rPr sz="1400">
                <a:latin typeface="Consolas"/>
              </a:rPr>
              <a:t>&lt;style&gt;</a:t>
            </a:r>
            <a:br/>
            <a:r>
              <a:rPr sz="1400">
                <a:latin typeface="Consolas"/>
              </a:rPr>
              <a:t>.fade-enter-active, .fade-leave-active { transition: opacity .2s; }</a:t>
            </a:r>
            <a:br/>
            <a:r>
              <a:rPr sz="1400">
                <a:latin typeface="Consolas"/>
              </a:rPr>
              <a:t>.fade-enter-from, .fade-leave-to { opacity: 0; }</a:t>
            </a:r>
            <a:br/>
            <a:r>
              <a:rPr sz="1400">
                <a:latin typeface="Consolas"/>
              </a:rPr>
              <a:t>&lt;/style&gt;</a:t>
            </a:r>
            <a:b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Mini‑proyecto Intermedio: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Router: Home / Teams / Team/:id</a:t>
            </a:r>
          </a:p>
          <a:p>
            <a:pPr/>
            <a:r>
              <a:t>2) Pinia: filtros globales (equipo, métrica)</a:t>
            </a:r>
          </a:p>
          <a:p>
            <a:pPr/>
            <a:r>
              <a:t>3) API: cargar datos (loading/error)</a:t>
            </a:r>
          </a:p>
          <a:p>
            <a:pPr/>
            <a:r>
              <a:t>4) Componentes: KPI Card, Table, Filters</a:t>
            </a:r>
          </a:p>
          <a:p>
            <a:pPr/>
            <a:r>
              <a:t>5) Persistencia: guardar filtros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componente KPI reutilizable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&lt;!-- KpiCard.vue --&gt;</a:t>
            </a:r>
            <a:br/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&lt;div class="kpi"&gt;</a:t>
            </a:r>
            <a:br/>
            <a:r>
              <a:rPr sz="1400">
                <a:latin typeface="Consolas"/>
              </a:rPr>
              <a:t>    &lt;p class="label"&gt;{{ label }}&lt;/p&gt;</a:t>
            </a:r>
            <a:br/>
            <a:r>
              <a:rPr sz="1400">
                <a:latin typeface="Consolas"/>
              </a:rPr>
              <a:t>    &lt;p class="value"&gt;{{ value }}&lt;/p&gt;</a:t>
            </a:r>
            <a:br/>
            <a:r>
              <a:rPr sz="1400">
                <a:latin typeface="Consolas"/>
              </a:rPr>
              <a:t>    &lt;p class="hint" v-if="hint"&gt;{{ hint }}&lt;/p&gt;</a:t>
            </a:r>
            <a:br/>
            <a:r>
              <a:rPr sz="1400">
                <a:latin typeface="Consolas"/>
              </a:rPr>
              <a:t>  &lt;/div&gt;</a:t>
            </a:r>
            <a:br/>
            <a:r>
              <a:rPr sz="1400">
                <a:latin typeface="Consolas"/>
              </a:rPr>
              <a:t>&lt;/template&gt;</a:t>
            </a:r>
            <a:br/>
            <a:br/>
            <a:r>
              <a:rPr sz="1400">
                <a:latin typeface="Consolas"/>
              </a:rPr>
              <a:t>&lt;script&gt;</a:t>
            </a:r>
            <a:br/>
            <a:r>
              <a:rPr sz="1400">
                <a:latin typeface="Consolas"/>
              </a:rPr>
              <a:t>export default {</a:t>
            </a:r>
            <a:br/>
            <a:r>
              <a:rPr sz="1400">
                <a:latin typeface="Consolas"/>
              </a:rPr>
              <a:t>  props: { label: String, value: [String, Number], hint: String }</a:t>
            </a:r>
            <a:br/>
            <a:r>
              <a:rPr sz="1400">
                <a:latin typeface="Consolas"/>
              </a:rPr>
              <a:t>}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 AVANZADO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dominar Composition API, TypeScript, testing, rendimiento y despliegue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Composition API: por qué (avanzado)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Mejor organización por 'features' (no por options: data/methods/etc.)</a:t>
            </a:r>
          </a:p>
          <a:p>
            <a:pPr/>
            <a:r>
              <a:t>Composables reutilizables: useAuth, usePagination, useCharts</a:t>
            </a:r>
          </a:p>
          <a:p>
            <a:pPr/>
            <a:r>
              <a:t>Escala mejor en proyectos grandes</a:t>
            </a:r>
          </a:p>
          <a:p>
            <a:pPr/>
            <a:r>
              <a:t>Excelente con TypeScript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Options API vs Composition API (comparación rápida)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// Options API (resumen)</a:t>
            </a:r>
            <a:br/>
            <a:r>
              <a:rPr sz="1400">
                <a:latin typeface="Consolas"/>
              </a:rPr>
              <a:t>export default {</a:t>
            </a:r>
            <a:br/>
            <a:r>
              <a:rPr sz="1400">
                <a:latin typeface="Consolas"/>
              </a:rPr>
              <a:t>  data() { return { count: 0 } },</a:t>
            </a:r>
            <a:br/>
            <a:r>
              <a:rPr sz="1400">
                <a:latin typeface="Consolas"/>
              </a:rPr>
              <a:t>  methods: { inc() { this.count++ } }</a:t>
            </a:r>
            <a:br/>
            <a:r>
              <a:rPr sz="1400">
                <a:latin typeface="Consolas"/>
              </a:rPr>
              <a:t>}</a:t>
            </a:r>
            <a:br/>
            <a:br/>
            <a:r>
              <a:rPr sz="1400">
                <a:latin typeface="Consolas"/>
              </a:rPr>
              <a:t>// Composition API</a:t>
            </a:r>
            <a:br/>
            <a:r>
              <a:rPr sz="1400">
                <a:latin typeface="Consolas"/>
              </a:rPr>
              <a:t>&lt;script setup&gt;</a:t>
            </a:r>
            <a:br/>
            <a:r>
              <a:rPr sz="1400">
                <a:latin typeface="Consolas"/>
              </a:rPr>
              <a:t>import { ref } from "vue";</a:t>
            </a:r>
            <a:br/>
            <a:r>
              <a:rPr sz="1400">
                <a:latin typeface="Consolas"/>
              </a:rPr>
              <a:t>const count = ref(0);</a:t>
            </a:r>
            <a:br/>
            <a:r>
              <a:rPr sz="1400">
                <a:latin typeface="Consolas"/>
              </a:rPr>
              <a:t>const inc = () =&gt; count.value++;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reactive vs ref (regla práctica)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ref: primitivos (number, string, boolean) y valores individuales</a:t>
            </a:r>
          </a:p>
          <a:p>
            <a:pPr/>
            <a:r>
              <a:t>reactive: objetos complejos (formularios, filtros)</a:t>
            </a:r>
          </a:p>
          <a:p>
            <a:pPr/>
            <a:r>
              <a:t>Ojo: reactive no se desestructura sin perder reactividad (usa toRefs)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reactive + toRefs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&lt;script setup&gt;</a:t>
            </a:r>
            <a:br/>
            <a:r>
              <a:rPr sz="1400">
                <a:latin typeface="Consolas"/>
              </a:rPr>
              <a:t>import { reactive, toRefs } from "vue";</a:t>
            </a:r>
            <a:br/>
            <a:br/>
            <a:r>
              <a:rPr sz="1400">
                <a:latin typeface="Consolas"/>
              </a:rPr>
              <a:t>const form = reactive({ email: "", pass: "" });</a:t>
            </a:r>
            <a:br/>
            <a:r>
              <a:rPr sz="1400">
                <a:latin typeface="Consolas"/>
              </a:rPr>
              <a:t>const { email, pass } = toRefs(form); // mantiene reactividad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watchEffect vs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watch: observa una fuente concreta (ref, computed, getter)</a:t>
            </a:r>
          </a:p>
          <a:p>
            <a:pPr/>
            <a:r>
              <a:t>watchEffect: corre inmediatamente y rastrea dependencias automáticamente</a:t>
            </a:r>
          </a:p>
          <a:p>
            <a:pPr/>
            <a:r>
              <a:t>Útil para sincronizar cosas simples con el estado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watchEffect (ejemplo)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&lt;script setup&gt;</a:t>
            </a:r>
            <a:br/>
            <a:r>
              <a:rPr sz="1400">
                <a:latin typeface="Consolas"/>
              </a:rPr>
              <a:t>import { ref, watchEffect } from "vue";</a:t>
            </a:r>
            <a:br/>
            <a:br/>
            <a:r>
              <a:rPr sz="1400">
                <a:latin typeface="Consolas"/>
              </a:rPr>
              <a:t>const q = ref("");</a:t>
            </a:r>
            <a:br/>
            <a:r>
              <a:rPr sz="1400">
                <a:latin typeface="Consolas"/>
              </a:rPr>
              <a:t>watchEffect(() =&gt; {</a:t>
            </a:r>
            <a:br/>
            <a:r>
              <a:rPr sz="1400">
                <a:latin typeface="Consolas"/>
              </a:rPr>
              <a:t>  if (q.value.length &gt;= 3) console.log("Buscar:", q.value);</a:t>
            </a:r>
            <a:br/>
            <a:r>
              <a:rPr sz="1400">
                <a:latin typeface="Consolas"/>
              </a:rPr>
              <a:t>});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directives (avanzado)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Cuando necesitas comportamiento DOM reutilizable</a:t>
            </a:r>
          </a:p>
          <a:p>
            <a:pPr/>
            <a:r>
              <a:t>Ejemplos: autofocus, tooltip, click-outside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Directiva v-focus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// main.js</a:t>
            </a:r>
            <a:br/>
            <a:r>
              <a:rPr sz="1400">
                <a:latin typeface="Consolas"/>
              </a:rPr>
              <a:t>app.directive("focus", {</a:t>
            </a:r>
            <a:br/>
            <a:r>
              <a:rPr sz="1400">
                <a:latin typeface="Consolas"/>
              </a:rPr>
              <a:t>  mounted(el) { el.focus(); }</a:t>
            </a:r>
            <a:br/>
            <a:r>
              <a:rPr sz="1400">
                <a:latin typeface="Consolas"/>
              </a:rPr>
              <a:t>});</a:t>
            </a:r>
            <a:br/>
            <a:br/>
            <a:r>
              <a:rPr sz="1400">
                <a:latin typeface="Consolas"/>
              </a:rPr>
              <a:t>// template</a:t>
            </a:r>
            <a:br/>
            <a:r>
              <a:rPr sz="1400">
                <a:latin typeface="Consolas"/>
              </a:rPr>
              <a:t>&lt;input v-focus /&gt;</a:t>
            </a:r>
            <a:b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components + keep-alive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Cargar componentes dinámicamente: &lt;component :is='cmp'/&gt;</a:t>
            </a:r>
          </a:p>
          <a:p>
            <a:pPr/>
            <a:r>
              <a:t>keep-alive: cachea componentes (tabs, vistas)</a:t>
            </a:r>
          </a:p>
          <a:p>
            <a:pPr/>
            <a:r>
              <a:t>Útil en dashboards con varias pestañas pesadas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:is + keep-alive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&lt;button @click="tab='A'"&gt;A&lt;/button&gt;</a:t>
            </a:r>
            <a:br/>
            <a:r>
              <a:rPr sz="1400">
                <a:latin typeface="Consolas"/>
              </a:rPr>
              <a:t>  &lt;button @click="tab='B'"&gt;B&lt;/button&gt;</a:t>
            </a:r>
            <a:br/>
            <a:br/>
            <a:r>
              <a:rPr sz="1400">
                <a:latin typeface="Consolas"/>
              </a:rPr>
              <a:t>  &lt;keep-alive&gt;</a:t>
            </a:r>
            <a:br/>
            <a:r>
              <a:rPr sz="1400">
                <a:latin typeface="Consolas"/>
              </a:rPr>
              <a:t>    &lt;component :is="tab === 'A' ? CompA : CompB" /&gt;</a:t>
            </a:r>
            <a:br/>
            <a:r>
              <a:rPr sz="1400">
                <a:latin typeface="Consolas"/>
              </a:rPr>
              <a:t>  &lt;/keep-alive&gt;</a:t>
            </a:r>
            <a:br/>
            <a:r>
              <a:rPr sz="1400">
                <a:latin typeface="Consolas"/>
              </a:rPr>
              <a:t>&lt;/template&gt;</a:t>
            </a:r>
            <a:b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Teleport (modals bien hechos)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Renderizar contenido fuera del árbol del componente</a:t>
            </a:r>
          </a:p>
          <a:p>
            <a:pPr/>
            <a:r>
              <a:t>Evita problemas de z-index y overflow en modals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Teleport (modal al body)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&lt;teleport to="body"&gt;</a:t>
            </a:r>
            <a:br/>
            <a:r>
              <a:rPr sz="1400">
                <a:latin typeface="Consolas"/>
              </a:rPr>
              <a:t>    &lt;div v-if="open" class="backdrop"&gt;</a:t>
            </a:r>
            <a:br/>
            <a:r>
              <a:rPr sz="1400">
                <a:latin typeface="Consolas"/>
              </a:rPr>
              <a:t>      &lt;div class="modal"&gt;Contenido&lt;/div&gt;</a:t>
            </a:r>
            <a:br/>
            <a:r>
              <a:rPr sz="1400">
                <a:latin typeface="Consolas"/>
              </a:rPr>
              <a:t>    &lt;/div&gt;</a:t>
            </a:r>
            <a:br/>
            <a:r>
              <a:rPr sz="1400">
                <a:latin typeface="Consolas"/>
              </a:rPr>
              <a:t>  &lt;/teleport&gt;</a:t>
            </a:r>
            <a:br/>
            <a:r>
              <a:rPr sz="1400">
                <a:latin typeface="Consolas"/>
              </a:rPr>
              <a:t>&lt;/template&gt;</a:t>
            </a:r>
            <a:b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Suspense + Async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Cargar componentes pesados bajo demanda</a:t>
            </a:r>
          </a:p>
          <a:p>
            <a:pPr/>
            <a:r>
              <a:t>Mejora performance inicial (lazy loading)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defineAsyncComponent + Suspense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&lt;script setup&gt;</a:t>
            </a:r>
            <a:br/>
            <a:r>
              <a:rPr sz="1400">
                <a:latin typeface="Consolas"/>
              </a:rPr>
              <a:t>import { defineAsyncComponent } from "vue";</a:t>
            </a:r>
            <a:br/>
            <a:r>
              <a:rPr sz="1400">
                <a:latin typeface="Consolas"/>
              </a:rPr>
              <a:t>const HeavyChart = defineAsyncComponent(() =&gt; import("./HeavyChart.vue"));</a:t>
            </a:r>
            <a:br/>
            <a:r>
              <a:rPr sz="1400">
                <a:latin typeface="Consolas"/>
              </a:rPr>
              <a:t>&lt;/script&gt;</a:t>
            </a:r>
            <a:br/>
            <a:br/>
            <a:r>
              <a:rPr sz="1400">
                <a:latin typeface="Consolas"/>
              </a:rPr>
              <a:t>&lt;template&gt;</a:t>
            </a:r>
            <a:br/>
            <a:r>
              <a:rPr sz="1400">
                <a:latin typeface="Consolas"/>
              </a:rPr>
              <a:t>  &lt;Suspense&gt;</a:t>
            </a:r>
            <a:br/>
            <a:r>
              <a:rPr sz="1400">
                <a:latin typeface="Consolas"/>
              </a:rPr>
              <a:t>    &lt;template #default&gt;&lt;HeavyChart /&gt;&lt;/template&gt;</a:t>
            </a:r>
            <a:br/>
            <a:r>
              <a:rPr sz="1400">
                <a:latin typeface="Consolas"/>
              </a:rPr>
              <a:t>    &lt;template #fallback&gt;&lt;p&gt;Cargando gráfico...&lt;/p&gt;&lt;/template&gt;</a:t>
            </a:r>
            <a:br/>
            <a:r>
              <a:rPr sz="1400">
                <a:latin typeface="Consolas"/>
              </a:rPr>
              <a:t>  &lt;/Suspense&gt;</a:t>
            </a:r>
            <a:br/>
            <a:r>
              <a:rPr sz="1400">
                <a:latin typeface="Consolas"/>
              </a:rPr>
              <a:t>&lt;/template&gt;</a:t>
            </a:r>
            <a:b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TypeScript en Vue (avanzado)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Tipado en props, emits y composables</a:t>
            </a:r>
          </a:p>
          <a:p>
            <a:pPr/>
            <a:r>
              <a:t>Mejor autocompletado y menos bugs</a:t>
            </a:r>
          </a:p>
          <a:p>
            <a:pPr/>
            <a:r>
              <a:t>Recomendado para proyectos profesionales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Props y Emits tipados (script setup + 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&lt;script setup lang="ts"&gt;</a:t>
            </a:r>
            <a:br/>
            <a:r>
              <a:rPr sz="1400">
                <a:latin typeface="Consolas"/>
              </a:rPr>
              <a:t>type User = { id: number; name: string };</a:t>
            </a:r>
            <a:br/>
            <a:br/>
            <a:r>
              <a:rPr sz="1400">
                <a:latin typeface="Consolas"/>
              </a:rPr>
              <a:t>const props = defineProps&lt;{</a:t>
            </a:r>
            <a:br/>
            <a:r>
              <a:rPr sz="1400">
                <a:latin typeface="Consolas"/>
              </a:rPr>
              <a:t>  user: User;</a:t>
            </a:r>
            <a:br/>
            <a:r>
              <a:rPr sz="1400">
                <a:latin typeface="Consolas"/>
              </a:rPr>
              <a:t>  readonly?: boolean;</a:t>
            </a:r>
            <a:br/>
            <a:r>
              <a:rPr sz="1400">
                <a:latin typeface="Consolas"/>
              </a:rPr>
              <a:t>}&gt;();</a:t>
            </a:r>
            <a:br/>
            <a:br/>
            <a:r>
              <a:rPr sz="1400">
                <a:latin typeface="Consolas"/>
              </a:rPr>
              <a:t>const emit = defineEmits&lt;{</a:t>
            </a:r>
            <a:br/>
            <a:r>
              <a:rPr sz="1400">
                <a:latin typeface="Consolas"/>
              </a:rPr>
              <a:t>  (e: "save", user: User): void;</a:t>
            </a:r>
            <a:br/>
            <a:r>
              <a:rPr sz="1400">
                <a:latin typeface="Consolas"/>
              </a:rPr>
              <a:t>  (e: "cancel"): void;</a:t>
            </a:r>
            <a:br/>
            <a:r>
              <a:rPr sz="1400">
                <a:latin typeface="Consolas"/>
              </a:rPr>
              <a:t>}&gt;();</a:t>
            </a:r>
            <a:br/>
            <a:br/>
            <a:r>
              <a:rPr sz="1400">
                <a:latin typeface="Consolas"/>
              </a:rPr>
              <a:t>function save() { emit("save", props.user); }</a:t>
            </a:r>
            <a:br/>
            <a:r>
              <a:rPr sz="1400">
                <a:latin typeface="Consolas"/>
              </a:rPr>
              <a:t>&lt;/script&gt;</a:t>
            </a:r>
            <a:b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Testing: unit + component + e2e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Unit/Component: Vitest + @vue/test-utils</a:t>
            </a:r>
          </a:p>
          <a:p>
            <a:pPr/>
            <a:r>
              <a:t>E2E: Cypress o Playwright</a:t>
            </a:r>
          </a:p>
          <a:p>
            <a:pPr/>
            <a:r>
              <a:t>Testea: lógica, render, eventos, stores, router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Vitest (test simple de componente)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import { mount } from "@vue/test-utils";</a:t>
            </a:r>
            <a:br/>
            <a:r>
              <a:rPr sz="1400">
                <a:latin typeface="Consolas"/>
              </a:rPr>
              <a:t>import { describe, it, expect } from "vitest";</a:t>
            </a:r>
            <a:br/>
            <a:r>
              <a:rPr sz="1400">
                <a:latin typeface="Consolas"/>
              </a:rPr>
              <a:t>import Counter from "./Counter.vue";</a:t>
            </a:r>
            <a:br/>
            <a:br/>
            <a:r>
              <a:rPr sz="1400">
                <a:latin typeface="Consolas"/>
              </a:rPr>
              <a:t>describe("Counter", () =&gt; {</a:t>
            </a:r>
            <a:br/>
            <a:r>
              <a:rPr sz="1400">
                <a:latin typeface="Consolas"/>
              </a:rPr>
              <a:t>  it("increments", async () =&gt; {</a:t>
            </a:r>
            <a:br/>
            <a:r>
              <a:rPr sz="1400">
                <a:latin typeface="Consolas"/>
              </a:rPr>
              <a:t>    const w = mount(Counter);</a:t>
            </a:r>
            <a:br/>
            <a:r>
              <a:rPr sz="1400">
                <a:latin typeface="Consolas"/>
              </a:rPr>
              <a:t>    await w.find("button").trigger("click");</a:t>
            </a:r>
            <a:br/>
            <a:r>
              <a:rPr sz="1400">
                <a:latin typeface="Consolas"/>
              </a:rPr>
              <a:t>    expect(w.text()).toContain("1");</a:t>
            </a:r>
            <a:br/>
            <a:r>
              <a:rPr sz="1400">
                <a:latin typeface="Consolas"/>
              </a:rPr>
              <a:t>  });</a:t>
            </a:r>
            <a:br/>
            <a:r>
              <a:rPr sz="1400">
                <a:latin typeface="Consolas"/>
              </a:rPr>
              <a:t>});</a:t>
            </a:r>
            <a:b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Rendimiento (performance)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Lazy-load de rutas (import dinámico)</a:t>
            </a:r>
          </a:p>
          <a:p>
            <a:pPr/>
            <a:r>
              <a:t>Evitar renders innecesarios: computed y keys correctas</a:t>
            </a:r>
          </a:p>
          <a:p>
            <a:pPr/>
            <a:r>
              <a:t>Listas grandes: virtual scrolling (lib)</a:t>
            </a:r>
          </a:p>
          <a:p>
            <a:pPr/>
            <a:r>
              <a:t>Memoización de componentes cuando aplica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Lazy load en rutas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const routes = [</a:t>
            </a:r>
            <a:br/>
            <a:r>
              <a:rPr sz="1400">
                <a:latin typeface="Consolas"/>
              </a:rPr>
              <a:t>  { path: "/", component: () =&gt; import("@/views/Home.vue") },</a:t>
            </a:r>
            <a:br/>
            <a:r>
              <a:rPr sz="1400">
                <a:latin typeface="Consolas"/>
              </a:rPr>
              <a:t>  { path: "/team/:id", component: () =&gt; import("@/views/Team.vue") }</a:t>
            </a:r>
            <a:br/>
            <a:r>
              <a:rPr sz="1400">
                <a:latin typeface="Consolas"/>
              </a:rPr>
              <a:t>];</a:t>
            </a:r>
            <a:b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Manejo de errores (UI profesional)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Estados: loading / empty / error / success</a:t>
            </a:r>
          </a:p>
          <a:p>
            <a:pPr/>
            <a:r>
              <a:t>Error boundaries no nativos: patrones con wrappers</a:t>
            </a:r>
          </a:p>
          <a:p>
            <a:pPr/>
            <a:r>
              <a:t>Logs: consola en dev, reporting en prod (Sentry etc.)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&amp; Deploy (Vite)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npm run build → dist/</a:t>
            </a:r>
          </a:p>
          <a:p>
            <a:pPr/>
            <a:r>
              <a:t>Deploy típico: Netlify / Vercel / Cloudflare Pages</a:t>
            </a:r>
          </a:p>
          <a:p>
            <a:pPr/>
            <a:r>
              <a:t>Variables: .env, import.meta.env</a:t>
            </a:r>
          </a:p>
          <a:p>
            <a:pPr/>
            <a:r>
              <a:t>CORS y proxy en dev: vite.config.js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de entorno con Vite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// .env</a:t>
            </a:r>
            <a:br/>
            <a:r>
              <a:rPr sz="1400">
                <a:latin typeface="Consolas"/>
              </a:rPr>
              <a:t>VITE_API_URL=https://miapi.com</a:t>
            </a:r>
            <a:br/>
            <a:br/>
            <a:r>
              <a:rPr sz="1400">
                <a:latin typeface="Consolas"/>
              </a:rPr>
              <a:t>// uso</a:t>
            </a:r>
            <a:br/>
            <a:r>
              <a:rPr sz="1400">
                <a:latin typeface="Consolas"/>
              </a:rPr>
              <a:t>const base = import.meta.env.VITE_API_URL;</a:t>
            </a:r>
            <a:b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profesional (para entrevistas)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✅ Componentes + props/emits/slots</a:t>
            </a:r>
          </a:p>
          <a:p>
            <a:pPr/>
            <a:r>
              <a:t>✅ Router (params, query, guards, lazy routes)</a:t>
            </a:r>
          </a:p>
          <a:p>
            <a:pPr/>
            <a:r>
              <a:t>✅ Pinia (state/getters/actions + persistencia)</a:t>
            </a:r>
          </a:p>
          <a:p>
            <a:pPr/>
            <a:r>
              <a:t>✅ API layer (services + composables + error handling)</a:t>
            </a:r>
          </a:p>
          <a:p>
            <a:pPr/>
            <a:r>
              <a:t>✅ Testing básico (Vitest)</a:t>
            </a:r>
          </a:p>
          <a:p>
            <a:pPr/>
            <a:r>
              <a:t>✅ Deploy (build + env vars)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Mini‑proyecto Avanzado: App completa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Login + Auth store + guard</a:t>
            </a:r>
          </a:p>
          <a:p>
            <a:pPr/>
            <a:r>
              <a:t>Dashboard con filtros persistentes</a:t>
            </a:r>
          </a:p>
          <a:p>
            <a:pPr/>
            <a:r>
              <a:t>Paginación, búsqueda con debounce, estados loading/error</a:t>
            </a:r>
          </a:p>
          <a:p>
            <a:pPr/>
            <a:r>
              <a:t>Lazy routes + charts cargados async</a:t>
            </a:r>
          </a:p>
          <a:p>
            <a:pPr/>
            <a:r>
              <a:t>Tests de un componente clave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