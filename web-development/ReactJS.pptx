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React.js – Documentación MUY Completa (por niveles)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Básico · Intermedio · Avanzado</a:t>
            </a:r>
          </a:p>
          <a:p>
            <a:r>
              <a:t>Con ejemplos prácticos en cada tema</a:t>
            </a:r>
          </a:p>
          <a:p>
            <a:r>
              <a:t>Autor: ivan gonzalez valles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Nivel Básico: JSX, componentes, props, state, eventos, listas, formularios</a:t>
            </a:r>
          </a:p>
          <a:p>
            <a:pPr/>
            <a:r>
              <a:t>2) Nivel Intermedio: hooks, router, context, reducer, fetch, custom hooks</a:t>
            </a:r>
          </a:p>
          <a:p>
            <a:pPr/>
            <a:r>
              <a:t>3) Nivel Avanzado: performance, code splitting, TS, testing, arquitecturas, Next.js</a:t>
            </a:r>
          </a:p>
          <a:p>
            <a:pPr/>
            <a:r>
              <a:t>4) Mini-proyectos + checklist profesional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BÁSICO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fundamentos sólidos y UI reactivas con componentes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React?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Librería de UI (Meta) basada en componentes</a:t>
            </a:r>
          </a:p>
          <a:p>
            <a:pPr/>
            <a:r>
              <a:t>Virtual DOM + reconciliación para actualizar lo mínimo</a:t>
            </a:r>
          </a:p>
          <a:p>
            <a:pPr/>
            <a:r>
              <a:t>State/props → render declarativo</a:t>
            </a:r>
          </a:p>
          <a:p>
            <a:pPr/>
            <a:r>
              <a:t>Ecosistema: Router, Query, Next.js,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Instalación (Vite)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npm create vite@latest mi-app -- --template react</a:t>
            </a:r>
          </a:p>
          <a:p>
            <a:pPr/>
            <a:r>
              <a:t>cd mi-app &amp;&amp; npm i</a:t>
            </a:r>
          </a:p>
          <a:p>
            <a:pPr/>
            <a:r>
              <a:t>npm run 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React (App + 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// main.jsx</a:t>
            </a:r>
          </a:p>
          <a:p>
            <a:r>
              <a:rPr sz="1400">
                <a:latin typeface="Consolas"/>
              </a:rPr>
              <a:t>import React from "react";</a:t>
            </a:r>
          </a:p>
          <a:p>
            <a:r>
              <a:rPr sz="1400">
                <a:latin typeface="Consolas"/>
              </a:rPr>
              <a:t>import ReactDOM from "react-dom/client";</a:t>
            </a:r>
          </a:p>
          <a:p>
            <a:r>
              <a:rPr sz="1400">
                <a:latin typeface="Consolas"/>
              </a:rPr>
              <a:t>import App from "./App.jsx";</a:t>
            </a:r>
          </a:p>
          <a:p/>
          <a:p>
            <a:r>
              <a:rPr sz="1400">
                <a:latin typeface="Consolas"/>
              </a:rPr>
              <a:t>ReactDOM.createRoot(document.getElementById("root")).render(</a:t>
            </a:r>
          </a:p>
          <a:p>
            <a:r>
              <a:rPr sz="1400">
                <a:latin typeface="Consolas"/>
              </a:rPr>
              <a:t>  &lt;React.StrictMode&gt;</a:t>
            </a:r>
          </a:p>
          <a:p>
            <a:r>
              <a:rPr sz="1400">
                <a:latin typeface="Consolas"/>
              </a:rPr>
              <a:t>    &lt;App /&gt;</a:t>
            </a:r>
          </a:p>
          <a:p>
            <a:r>
              <a:rPr sz="1400">
                <a:latin typeface="Consolas"/>
              </a:rPr>
              <a:t>  &lt;/React.StrictMode&gt;</a:t>
            </a:r>
          </a:p>
          <a:p>
            <a:r>
              <a:rPr sz="1400">
                <a:latin typeface="Consolas"/>
              </a:rPr>
              <a:t>);</a:t>
            </a:r>
          </a:p>
          <a:p/>
          <a:p>
            <a:r>
              <a:rPr sz="1400">
                <a:latin typeface="Consolas"/>
              </a:rPr>
              <a:t>// App.jsx</a:t>
            </a:r>
          </a:p>
          <a:p>
            <a:r>
              <a:rPr sz="1400">
                <a:latin typeface="Consolas"/>
              </a:rPr>
              <a:t>export default function App() {</a:t>
            </a:r>
          </a:p>
          <a:p>
            <a:r>
              <a:rPr sz="1400">
                <a:latin typeface="Consolas"/>
              </a:rPr>
              <a:t>  return &lt;h1&gt;Hola React&lt;/h1&gt;;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StrictMode en dev puede ejecutar algunos efectos dos veces para detectar bugs.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JSX: reglas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 root por return (usa &lt;&gt;&lt;/&gt; fragments)</a:t>
            </a:r>
          </a:p>
          <a:p>
            <a:pPr/>
            <a:r>
              <a:t>className en vez de class; htmlFor en vez de for</a:t>
            </a:r>
          </a:p>
          <a:p>
            <a:pPr/>
            <a:r>
              <a:t>Expresiones con { } (no statements)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JSX: expresiones + ternario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function Status({ online }) {</a:t>
            </a:r>
          </a:p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&lt;p&gt;{online ? "🟢 Online" : "🔴 Offline"}&lt;/p&gt;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Datos de entrada al componente</a:t>
            </a:r>
          </a:p>
          <a:p>
            <a:pPr/>
            <a:r>
              <a:t>No se modifican directamente</a:t>
            </a:r>
          </a:p>
          <a:p>
            <a:pPr/>
            <a:r>
              <a:t>Sirven para configurar UI reusable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Props: Button reusable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function Button({ label, onClick }) {</a:t>
            </a:r>
          </a:p>
          <a:p>
            <a:r>
              <a:rPr sz="1400">
                <a:latin typeface="Consolas"/>
              </a:rPr>
              <a:t>  return &lt;button onClick={onClick}&gt;{label}&lt;/button&gt;;</a:t>
            </a:r>
          </a:p>
          <a:p>
            <a:r>
              <a:rPr sz="1400">
                <a:latin typeface="Consolas"/>
              </a:rPr>
              <a:t>}</a:t>
            </a:r>
          </a:p>
          <a:p/>
          <a:p>
            <a:r>
              <a:rPr sz="1400">
                <a:latin typeface="Consolas"/>
              </a:rPr>
              <a:t>export default function App() {</a:t>
            </a:r>
          </a:p>
          <a:p>
            <a:r>
              <a:rPr sz="1400">
                <a:latin typeface="Consolas"/>
              </a:rPr>
              <a:t>  return &lt;Button label="Guardar" onClick={() =&gt; alert("OK")} /&gt;;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(useState)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State = datos que cambian y afectan al render</a:t>
            </a:r>
          </a:p>
          <a:p>
            <a:pPr/>
            <a:r>
              <a:t>Actualizar con función si depende del valor anterior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useState: contador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useState } from "react";</a:t>
            </a:r>
          </a:p>
          <a:p/>
          <a:p>
            <a:r>
              <a:rPr sz="1400">
                <a:latin typeface="Consolas"/>
              </a:rPr>
              <a:t>export default function Counter() {</a:t>
            </a:r>
          </a:p>
          <a:p>
            <a:r>
              <a:rPr sz="1400">
                <a:latin typeface="Consolas"/>
              </a:rPr>
              <a:t>  const [count, setCount] = useState(0);</a:t>
            </a:r>
          </a:p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&lt;div&gt;</a:t>
            </a:r>
          </a:p>
          <a:p>
            <a:r>
              <a:rPr sz="1400">
                <a:latin typeface="Consolas"/>
              </a:rPr>
              <a:t>      &lt;p&gt;Count: {count}&lt;/p&gt;</a:t>
            </a:r>
          </a:p>
          <a:p>
            <a:r>
              <a:rPr sz="1400">
                <a:latin typeface="Consolas"/>
              </a:rPr>
              <a:t>      &lt;button onClick={() =&gt; setCount(c =&gt; c - 1)}&gt;-&lt;/button&gt;</a:t>
            </a:r>
          </a:p>
          <a:p>
            <a:r>
              <a:rPr sz="1400">
                <a:latin typeface="Consolas"/>
              </a:rPr>
              <a:t>      &lt;button onClick={() =&gt; setCount(c =&gt; c + 1)}&gt;+&lt;/button&gt;</a:t>
            </a:r>
          </a:p>
          <a:p>
            <a:r>
              <a:rPr sz="1400">
                <a:latin typeface="Consolas"/>
              </a:rPr>
              <a:t>    &lt;/div&gt;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 y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Renderiza listas con .map()</a:t>
            </a:r>
          </a:p>
          <a:p>
            <a:pPr/>
            <a:r>
              <a:t>Key estable (id) para reconciliación eficiente</a:t>
            </a:r>
          </a:p>
          <a:p>
            <a:pPr/>
            <a:r>
              <a:t>Evita index como key si la lista se modifica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Listas: map +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function TeamList({ teams }) {</a:t>
            </a:r>
          </a:p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&lt;ul&gt;</a:t>
            </a:r>
          </a:p>
          <a:p>
            <a:r>
              <a:rPr sz="1400">
                <a:latin typeface="Consolas"/>
              </a:rPr>
              <a:t>      {teams.map(t =&gt; &lt;li key={t.id}&gt;{t.name}&lt;/li&gt;)}</a:t>
            </a:r>
          </a:p>
          <a:p>
            <a:r>
              <a:rPr sz="1400">
                <a:latin typeface="Consolas"/>
              </a:rPr>
              <a:t>    &lt;/ul&gt;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 controlados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value + onChange (control total del input)</a:t>
            </a:r>
          </a:p>
          <a:p>
            <a:pPr/>
            <a:r>
              <a:t>Validación fácil y UI derivada</a:t>
            </a:r>
          </a:p>
          <a:p>
            <a:pPr/>
            <a:r>
              <a:t>Para forms grandes: React Hook 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controlado + validación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useState } from "react";</a:t>
            </a:r>
          </a:p>
          <a:p/>
          <a:p>
            <a:r>
              <a:rPr sz="1400">
                <a:latin typeface="Consolas"/>
              </a:rPr>
              <a:t>export default function Login() {</a:t>
            </a:r>
          </a:p>
          <a:p>
            <a:r>
              <a:rPr sz="1400">
                <a:latin typeface="Consolas"/>
              </a:rPr>
              <a:t>  const [email, setEmail] = useState("");</a:t>
            </a:r>
          </a:p>
          <a:p>
            <a:r>
              <a:rPr sz="1400">
                <a:latin typeface="Consolas"/>
              </a:rPr>
              <a:t>  const [pass, setPass] = useState("");</a:t>
            </a:r>
          </a:p>
          <a:p>
            <a:r>
              <a:rPr sz="1400">
                <a:latin typeface="Consolas"/>
              </a:rPr>
              <a:t>  const ok = email.includes("@") &amp;&amp; pass.length &gt;= 6;</a:t>
            </a:r>
          </a:p>
          <a:p/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&lt;form onSubmit={e =&gt; { e.preventDefault(); alert("OK"); }}&gt;</a:t>
            </a:r>
          </a:p>
          <a:p>
            <a:r>
              <a:rPr sz="1400">
                <a:latin typeface="Consolas"/>
              </a:rPr>
              <a:t>      &lt;input value={email} onChange={e =&gt; setEmail(e.target.value)} placeholder="email" /&gt;</a:t>
            </a:r>
          </a:p>
          <a:p>
            <a:r>
              <a:rPr sz="1400">
                <a:latin typeface="Consolas"/>
              </a:rPr>
              <a:t>      &lt;input value={pass} onChange={e =&gt; setPass(e.target.value)} type="password" placeholder="password" /&gt;</a:t>
            </a:r>
          </a:p>
          <a:p>
            <a:r>
              <a:rPr sz="1400">
                <a:latin typeface="Consolas"/>
              </a:rPr>
              <a:t>      &lt;button disabled={!ok}&gt;Entrar&lt;/button&gt;</a:t>
            </a:r>
          </a:p>
          <a:p>
            <a:r>
              <a:rPr sz="1400">
                <a:latin typeface="Consolas"/>
              </a:rPr>
              <a:t>    &lt;/form&gt;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Mini-proyecto Básico: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useState } from "react";</a:t>
            </a:r>
          </a:p>
          <a:p/>
          <a:p>
            <a:r>
              <a:rPr sz="1400">
                <a:latin typeface="Consolas"/>
              </a:rPr>
              <a:t>export default function TodoApp() {</a:t>
            </a:r>
          </a:p>
          <a:p>
            <a:r>
              <a:rPr sz="1400">
                <a:latin typeface="Consolas"/>
              </a:rPr>
              <a:t>  const [text, setText] = useState("");</a:t>
            </a:r>
          </a:p>
          <a:p>
            <a:r>
              <a:rPr sz="1400">
                <a:latin typeface="Consolas"/>
              </a:rPr>
              <a:t>  const [todos, setTodos] = useState([{ id: 1, text: "Aprender React" }]);</a:t>
            </a:r>
          </a:p>
          <a:p/>
          <a:p>
            <a:r>
              <a:rPr sz="1400">
                <a:latin typeface="Consolas"/>
              </a:rPr>
              <a:t>  function add(e) {</a:t>
            </a:r>
          </a:p>
          <a:p>
            <a:r>
              <a:rPr sz="1400">
                <a:latin typeface="Consolas"/>
              </a:rPr>
              <a:t>    e.preventDefault();</a:t>
            </a:r>
          </a:p>
          <a:p>
            <a:r>
              <a:rPr sz="1400">
                <a:latin typeface="Consolas"/>
              </a:rPr>
              <a:t>    const t = text.trim();</a:t>
            </a:r>
          </a:p>
          <a:p>
            <a:r>
              <a:rPr sz="1400">
                <a:latin typeface="Consolas"/>
              </a:rPr>
              <a:t>    if (!t) return;</a:t>
            </a:r>
          </a:p>
          <a:p>
            <a:r>
              <a:rPr sz="1400">
                <a:latin typeface="Consolas"/>
              </a:rPr>
              <a:t>    setTodos(x =&gt; [...x, { id: Date.now(), text: t }]);</a:t>
            </a:r>
          </a:p>
          <a:p>
            <a:r>
              <a:rPr sz="1400">
                <a:latin typeface="Consolas"/>
              </a:rPr>
              <a:t>    setText("");</a:t>
            </a:r>
          </a:p>
          <a:p>
            <a:r>
              <a:rPr sz="1400">
                <a:latin typeface="Consolas"/>
              </a:rPr>
              <a:t>  }</a:t>
            </a:r>
          </a:p>
          <a:p/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&lt;div&gt;</a:t>
            </a:r>
          </a:p>
          <a:p>
            <a:r>
              <a:rPr sz="1400">
                <a:latin typeface="Consolas"/>
              </a:rPr>
              <a:t>      &lt;h1&gt;ToDo&lt;/h1&gt;</a:t>
            </a:r>
          </a:p>
          <a:p>
            <a:r>
              <a:rPr sz="1400">
                <a:latin typeface="Consolas"/>
              </a:rPr>
              <a:t>      &lt;form onSubmit={add}&gt;</a:t>
            </a:r>
          </a:p>
          <a:p>
            <a:r>
              <a:rPr sz="1400">
                <a:latin typeface="Consolas"/>
              </a:rPr>
              <a:t>        &lt;input value={text} onChange={e =&gt; setText(e.target.value)} /&gt;</a:t>
            </a:r>
          </a:p>
          <a:p>
            <a:r>
              <a:rPr sz="1400">
                <a:latin typeface="Consolas"/>
              </a:rPr>
              <a:t>        &lt;button disabled={!text.trim()}&gt;Añadir&lt;/button&gt;</a:t>
            </a:r>
          </a:p>
          <a:p>
            <a:r>
              <a:rPr sz="1400">
                <a:latin typeface="Consolas"/>
              </a:rPr>
              <a:t>      &lt;/form&gt;</a:t>
            </a:r>
          </a:p>
          <a:p>
            <a:r>
              <a:rPr sz="1400">
                <a:latin typeface="Consolas"/>
              </a:rPr>
              <a:t>      &lt;ul&gt;</a:t>
            </a:r>
          </a:p>
          <a:p>
            <a:r>
              <a:rPr sz="1400">
                <a:latin typeface="Consolas"/>
              </a:rPr>
              <a:t>        {todos.map(t =&gt; (</a:t>
            </a:r>
          </a:p>
          <a:p>
            <a:r>
              <a:rPr sz="1400">
                <a:latin typeface="Consolas"/>
              </a:rPr>
              <a:t>          &lt;li key={t.id}&gt;</a:t>
            </a:r>
          </a:p>
          <a:p>
            <a:r>
              <a:rPr sz="1400">
                <a:latin typeface="Consolas"/>
              </a:rPr>
              <a:t>            {t.text}</a:t>
            </a:r>
          </a:p>
          <a:p>
            <a:r>
              <a:rPr sz="1400">
                <a:latin typeface="Consolas"/>
              </a:rPr>
              <a:t>            &lt;button onClick={() =&gt; setTodos(x =&gt; x.filter(i =&gt; i.id !== t.id))}&gt;X&lt;/button&gt;</a:t>
            </a:r>
          </a:p>
          <a:p>
            <a:r>
              <a:rPr sz="1400">
                <a:latin typeface="Consolas"/>
              </a:rPr>
              <a:t>          &lt;/li&gt;</a:t>
            </a:r>
          </a:p>
          <a:p>
            <a:r>
              <a:rPr sz="1400">
                <a:latin typeface="Consolas"/>
              </a:rPr>
              <a:t>        ))}</a:t>
            </a:r>
          </a:p>
          <a:p>
            <a:r>
              <a:rPr sz="1400">
                <a:latin typeface="Consolas"/>
              </a:rPr>
              <a:t>      &lt;/ul&gt;</a:t>
            </a:r>
          </a:p>
          <a:p>
            <a:r>
              <a:rPr sz="1400">
                <a:latin typeface="Consolas"/>
              </a:rPr>
              <a:t>    &lt;/div&gt;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INTERMEDIO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hooks, routing, estado compartido y data fetching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useEffect (side effects)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Fetch inicial, timers, subscripciones</a:t>
            </a:r>
          </a:p>
          <a:p>
            <a:pPr/>
            <a:r>
              <a:t>Dependencias controlan cuándo se ejecuta</a:t>
            </a:r>
          </a:p>
          <a:p>
            <a:pPr/>
            <a:r>
              <a:t>Siempre limpiar (cleanup) si aplica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useEffect: fetch con loading/error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useEffect, useState } from "react";</a:t>
            </a:r>
          </a:p>
          <a:p/>
          <a:p>
            <a:r>
              <a:rPr sz="1400">
                <a:latin typeface="Consolas"/>
              </a:rPr>
              <a:t>export default function Teams() {</a:t>
            </a:r>
          </a:p>
          <a:p>
            <a:r>
              <a:rPr sz="1400">
                <a:latin typeface="Consolas"/>
              </a:rPr>
              <a:t>  const [data, setData] = useState([]);</a:t>
            </a:r>
          </a:p>
          <a:p>
            <a:r>
              <a:rPr sz="1400">
                <a:latin typeface="Consolas"/>
              </a:rPr>
              <a:t>  const [loading, setLoading] = useState(true);</a:t>
            </a:r>
          </a:p>
          <a:p>
            <a:r>
              <a:rPr sz="1400">
                <a:latin typeface="Consolas"/>
              </a:rPr>
              <a:t>  const [error, setError] = useState(null);</a:t>
            </a:r>
          </a:p>
          <a:p/>
          <a:p>
            <a:r>
              <a:rPr sz="1400">
                <a:latin typeface="Consolas"/>
              </a:rPr>
              <a:t>  useEffect(() =&gt; {</a:t>
            </a:r>
          </a:p>
          <a:p>
            <a:r>
              <a:rPr sz="1400">
                <a:latin typeface="Consolas"/>
              </a:rPr>
              <a:t>    let alive = true;</a:t>
            </a:r>
          </a:p>
          <a:p>
            <a:r>
              <a:rPr sz="1400">
                <a:latin typeface="Consolas"/>
              </a:rPr>
              <a:t>    (async () =&gt; {</a:t>
            </a:r>
          </a:p>
          <a:p>
            <a:r>
              <a:rPr sz="1400">
                <a:latin typeface="Consolas"/>
              </a:rPr>
              <a:t>      try {</a:t>
            </a:r>
          </a:p>
          <a:p>
            <a:r>
              <a:rPr sz="1400">
                <a:latin typeface="Consolas"/>
              </a:rPr>
              <a:t>        const r = await fetch("/api/teams");</a:t>
            </a:r>
          </a:p>
          <a:p>
            <a:r>
              <a:rPr sz="1400">
                <a:latin typeface="Consolas"/>
              </a:rPr>
              <a:t>        if (!r.ok) throw new Error("HTTP " + r.status);</a:t>
            </a:r>
          </a:p>
          <a:p>
            <a:r>
              <a:rPr sz="1400">
                <a:latin typeface="Consolas"/>
              </a:rPr>
              <a:t>        const json = await r.json();</a:t>
            </a:r>
          </a:p>
          <a:p>
            <a:r>
              <a:rPr sz="1400">
                <a:latin typeface="Consolas"/>
              </a:rPr>
              <a:t>        if (alive) setData(json);</a:t>
            </a:r>
          </a:p>
          <a:p>
            <a:r>
              <a:rPr sz="1400">
                <a:latin typeface="Consolas"/>
              </a:rPr>
              <a:t>      } catch (e) {</a:t>
            </a:r>
          </a:p>
          <a:p>
            <a:r>
              <a:rPr sz="1400">
                <a:latin typeface="Consolas"/>
              </a:rPr>
              <a:t>        if (alive) setError(e);</a:t>
            </a:r>
          </a:p>
          <a:p>
            <a:r>
              <a:rPr sz="1400">
                <a:latin typeface="Consolas"/>
              </a:rPr>
              <a:t>      } finally {</a:t>
            </a:r>
          </a:p>
          <a:p>
            <a:r>
              <a:rPr sz="1400">
                <a:latin typeface="Consolas"/>
              </a:rPr>
              <a:t>        if (alive) setLoading(false);</a:t>
            </a:r>
          </a:p>
          <a:p>
            <a:r>
              <a:rPr sz="1400">
                <a:latin typeface="Consolas"/>
              </a:rPr>
              <a:t>      }</a:t>
            </a:r>
          </a:p>
          <a:p>
            <a:r>
              <a:rPr sz="1400">
                <a:latin typeface="Consolas"/>
              </a:rPr>
              <a:t>    })();</a:t>
            </a:r>
          </a:p>
          <a:p>
            <a:r>
              <a:rPr sz="1400">
                <a:latin typeface="Consolas"/>
              </a:rPr>
              <a:t>    return () =&gt; { alive = false; };</a:t>
            </a:r>
          </a:p>
          <a:p>
            <a:r>
              <a:rPr sz="1400">
                <a:latin typeface="Consolas"/>
              </a:rPr>
              <a:t>  }, []);</a:t>
            </a:r>
          </a:p>
          <a:p/>
          <a:p>
            <a:r>
              <a:rPr sz="1400">
                <a:latin typeface="Consolas"/>
              </a:rPr>
              <a:t>  if (loading) return &lt;p&gt;Cargando...&lt;/p&gt;;</a:t>
            </a:r>
          </a:p>
          <a:p>
            <a:r>
              <a:rPr sz="1400">
                <a:latin typeface="Consolas"/>
              </a:rPr>
              <a:t>  if (error) return &lt;p&gt;Error: {error.message}&lt;/p&gt;;</a:t>
            </a:r>
          </a:p>
          <a:p>
            <a:r>
              <a:rPr sz="1400">
                <a:latin typeface="Consolas"/>
              </a:rPr>
              <a:t>  return &lt;ul&gt;{data.map(t =&gt; &lt;li key={t.id}&gt;{t.name}&lt;/li&gt;)}&lt;/ul&gt;;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hooks (reutilizar)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Encapsula lógica: debounce, fetch, pagination</a:t>
            </a:r>
          </a:p>
          <a:p>
            <a:pPr/>
            <a:r>
              <a:t>Mantiene componentes limpios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useDebounce (hook)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useEffect, useState } from "react";</a:t>
            </a:r>
          </a:p>
          <a:p/>
          <a:p>
            <a:r>
              <a:rPr sz="1400">
                <a:latin typeface="Consolas"/>
              </a:rPr>
              <a:t>export function useDebounce(value, delay = 400) {</a:t>
            </a:r>
          </a:p>
          <a:p>
            <a:r>
              <a:rPr sz="1400">
                <a:latin typeface="Consolas"/>
              </a:rPr>
              <a:t>  const [debounced, setDebounced] = useState(value);</a:t>
            </a:r>
          </a:p>
          <a:p>
            <a:r>
              <a:rPr sz="1400">
                <a:latin typeface="Consolas"/>
              </a:rPr>
              <a:t>  useEffect(() =&gt; {</a:t>
            </a:r>
          </a:p>
          <a:p>
            <a:r>
              <a:rPr sz="1400">
                <a:latin typeface="Consolas"/>
              </a:rPr>
              <a:t>    const t = setTimeout(() =&gt; setDebounced(value), delay);</a:t>
            </a:r>
          </a:p>
          <a:p>
            <a:r>
              <a:rPr sz="1400">
                <a:latin typeface="Consolas"/>
              </a:rPr>
              <a:t>    return () =&gt; clearTimeout(t);</a:t>
            </a:r>
          </a:p>
          <a:p>
            <a:r>
              <a:rPr sz="1400">
                <a:latin typeface="Consolas"/>
              </a:rPr>
              <a:t>  }, [value, delay]);</a:t>
            </a:r>
          </a:p>
          <a:p>
            <a:r>
              <a:rPr sz="1400">
                <a:latin typeface="Consolas"/>
              </a:rPr>
              <a:t>  return debounced;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Router 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Rutas + layouts (Outlet)</a:t>
            </a:r>
          </a:p>
          <a:p>
            <a:pPr/>
            <a:r>
              <a:t>useParams / useNavigate / useSearchParams</a:t>
            </a:r>
          </a:p>
          <a:p>
            <a:pPr/>
            <a:r>
              <a:t>Lazy routes para performance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v6: layout + Outlet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createBrowserRouter, RouterProvider, Outlet, Link } from "react-router-dom";</a:t>
            </a:r>
          </a:p>
          <a:p/>
          <a:p>
            <a:r>
              <a:rPr sz="1400">
                <a:latin typeface="Consolas"/>
              </a:rPr>
              <a:t>function Layout() {</a:t>
            </a:r>
          </a:p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&lt;div&gt;</a:t>
            </a:r>
          </a:p>
          <a:p>
            <a:r>
              <a:rPr sz="1400">
                <a:latin typeface="Consolas"/>
              </a:rPr>
              <a:t>      &lt;nav&gt;&lt;Link to="/"&gt;Home&lt;/Link&gt; | &lt;Link to="/teams"&gt;Teams&lt;/Link&gt;&lt;/nav&gt;</a:t>
            </a:r>
          </a:p>
          <a:p>
            <a:r>
              <a:rPr sz="1400">
                <a:latin typeface="Consolas"/>
              </a:rPr>
              <a:t>      &lt;Outlet /&gt;</a:t>
            </a:r>
          </a:p>
          <a:p>
            <a:r>
              <a:rPr sz="1400">
                <a:latin typeface="Consolas"/>
              </a:rPr>
              <a:t>    &lt;/div&gt;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  <a:p>
            <a:r>
              <a:rPr sz="1400">
                <a:latin typeface="Consolas"/>
              </a:rPr>
              <a:t>const router = createBrowserRouter([</a:t>
            </a:r>
          </a:p>
          <a:p>
            <a:r>
              <a:rPr sz="1400">
                <a:latin typeface="Consolas"/>
              </a:rPr>
              <a:t>  { path: "/", element: &lt;Layout /&gt;, children: [</a:t>
            </a:r>
          </a:p>
          <a:p>
            <a:r>
              <a:rPr sz="1400">
                <a:latin typeface="Consolas"/>
              </a:rPr>
              <a:t>    { index: true, element: &lt;h1&gt;Home&lt;/h1&gt; },</a:t>
            </a:r>
          </a:p>
          <a:p>
            <a:r>
              <a:rPr sz="1400">
                <a:latin typeface="Consolas"/>
              </a:rPr>
              <a:t>    { path: "teams", element: &lt;h1&gt;Teams&lt;/h1&gt; },</a:t>
            </a:r>
          </a:p>
          <a:p>
            <a:r>
              <a:rPr sz="1400">
                <a:latin typeface="Consolas"/>
              </a:rPr>
              <a:t>  ]},</a:t>
            </a:r>
          </a:p>
          <a:p>
            <a:r>
              <a:rPr sz="1400">
                <a:latin typeface="Consolas"/>
              </a:rPr>
              <a:t>]);</a:t>
            </a:r>
          </a:p>
          <a:p/>
          <a:p>
            <a:r>
              <a:rPr sz="1400">
                <a:latin typeface="Consolas"/>
              </a:rPr>
              <a:t>export default function App() {</a:t>
            </a:r>
          </a:p>
          <a:p>
            <a:r>
              <a:rPr sz="1400">
                <a:latin typeface="Consolas"/>
              </a:rPr>
              <a:t>  return &lt;RouterProvider router={router} /&gt;;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+ useReducer (estado global ligero)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Auth, tema, idioma, filtros</a:t>
            </a:r>
          </a:p>
          <a:p>
            <a:pPr/>
            <a:r>
              <a:t>Reducer para transiciones de estado claras</a:t>
            </a:r>
          </a:p>
          <a:p>
            <a:pPr/>
            <a:r>
              <a:t>Evita prop drilling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 AVANZADO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Objetivo: performance, TS, testing, arquitecturas y producción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Performance: memoización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React.memo: evita rerender si props no cambian</a:t>
            </a:r>
          </a:p>
          <a:p>
            <a:pPr/>
            <a:r>
              <a:t>useCallback: referencia estable de funciones</a:t>
            </a:r>
          </a:p>
          <a:p>
            <a:pPr/>
            <a:r>
              <a:t>useMemo: cálculos caros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 + useCallback (patrón)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memo, useCallback, useState } from "react";</a:t>
            </a:r>
          </a:p>
          <a:p/>
          <a:p>
            <a:r>
              <a:rPr sz="1400">
                <a:latin typeface="Consolas"/>
              </a:rPr>
              <a:t>const Row = memo(function Row({ item, onRemove }) {</a:t>
            </a:r>
          </a:p>
          <a:p>
            <a:r>
              <a:rPr sz="1400">
                <a:latin typeface="Consolas"/>
              </a:rPr>
              <a:t>  return &lt;li&gt;{item.name} &lt;button onClick={() =&gt; onRemove(item.id)}&gt;X&lt;/button&gt;&lt;/li&gt;;</a:t>
            </a:r>
          </a:p>
          <a:p>
            <a:r>
              <a:rPr sz="1400">
                <a:latin typeface="Consolas"/>
              </a:rPr>
              <a:t>});</a:t>
            </a:r>
          </a:p>
          <a:p/>
          <a:p>
            <a:r>
              <a:rPr sz="1400">
                <a:latin typeface="Consolas"/>
              </a:rPr>
              <a:t>export default function List() {</a:t>
            </a:r>
          </a:p>
          <a:p>
            <a:r>
              <a:rPr sz="1400">
                <a:latin typeface="Consolas"/>
              </a:rPr>
              <a:t>  const [items, setItems] = useState([{ id: 1, name: "A" }]);</a:t>
            </a:r>
          </a:p>
          <a:p>
            <a:r>
              <a:rPr sz="1400">
                <a:latin typeface="Consolas"/>
              </a:rPr>
              <a:t>  const onRemove = useCallback((id) =&gt; setItems(x =&gt; x.filter(i =&gt; i.id !== id)), []);</a:t>
            </a:r>
          </a:p>
          <a:p>
            <a:r>
              <a:rPr sz="1400">
                <a:latin typeface="Consolas"/>
              </a:rPr>
              <a:t>  return &lt;ul&gt;{items.map(i =&gt; &lt;Row key={i.id} item={i} onRemove={onRemove} /&gt;)}&lt;/ul&gt;;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React.lazy + Suspense para cargar pantallas pesadas</a:t>
            </a:r>
          </a:p>
          <a:p>
            <a:pPr/>
            <a:r>
              <a:t>Reduce carga inicial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React.lazy + Suspense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lazy, Suspense } from "react";</a:t>
            </a:r>
          </a:p>
          <a:p>
            <a:r>
              <a:rPr sz="1400">
                <a:latin typeface="Consolas"/>
              </a:rPr>
              <a:t>const Heavy = lazy(() =&gt; import("./Heavy.jsx"));</a:t>
            </a:r>
          </a:p>
          <a:p/>
          <a:p>
            <a:r>
              <a:rPr sz="1400">
                <a:latin typeface="Consolas"/>
              </a:rPr>
              <a:t>export default function App() {</a:t>
            </a:r>
          </a:p>
          <a:p>
            <a:r>
              <a:rPr sz="1400">
                <a:latin typeface="Consolas"/>
              </a:rPr>
              <a:t>  return (</a:t>
            </a:r>
          </a:p>
          <a:p>
            <a:r>
              <a:rPr sz="1400">
                <a:latin typeface="Consolas"/>
              </a:rPr>
              <a:t>    &lt;Suspense fallback={&lt;p&gt;Cargando...&lt;/p&gt;}&gt;</a:t>
            </a:r>
          </a:p>
          <a:p>
            <a:r>
              <a:rPr sz="1400">
                <a:latin typeface="Consolas"/>
              </a:rPr>
              <a:t>      &lt;Heavy /&gt;</a:t>
            </a:r>
          </a:p>
          <a:p>
            <a:r>
              <a:rPr sz="1400">
                <a:latin typeface="Consolas"/>
              </a:rPr>
              <a:t>    &lt;/Suspense&gt;</a:t>
            </a:r>
          </a:p>
          <a:p>
            <a:r>
              <a:rPr sz="1400">
                <a:latin typeface="Consolas"/>
              </a:rPr>
              <a:t>  );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TypeScript en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Props tipadas y callbacks seguros</a:t>
            </a:r>
          </a:p>
          <a:p>
            <a:pPr/>
            <a:r>
              <a:t>Eventos tipados (React.ChangeEvent&lt;...&gt;)</a:t>
            </a:r>
          </a:p>
          <a:p>
            <a:pPr/>
            <a:r>
              <a:t>Recomendado en proyectos profesionales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TS: props + 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type User = { id: number; name: string };</a:t>
            </a:r>
          </a:p>
          <a:p/>
          <a:p>
            <a:r>
              <a:rPr sz="1400">
                <a:latin typeface="Consolas"/>
              </a:rPr>
              <a:t>type Props = { user: User; onSave: (u: User) =&gt; void; };</a:t>
            </a:r>
          </a:p>
          <a:p/>
          <a:p>
            <a:r>
              <a:rPr sz="1400">
                <a:latin typeface="Consolas"/>
              </a:rPr>
              <a:t>export function UserEditor({ user, onSave }: Props) {</a:t>
            </a:r>
          </a:p>
          <a:p>
            <a:r>
              <a:rPr sz="1400">
                <a:latin typeface="Consolas"/>
              </a:rPr>
              <a:t>  const onChange = (e: React.ChangeEvent&lt;HTMLInputElement&gt;) =&gt;</a:t>
            </a:r>
          </a:p>
          <a:p>
            <a:r>
              <a:rPr sz="1400">
                <a:latin typeface="Consolas"/>
              </a:rPr>
              <a:t>    onSave({ ...user, name: e.target.value });</a:t>
            </a:r>
          </a:p>
          <a:p>
            <a:r>
              <a:rPr sz="1400">
                <a:latin typeface="Consolas"/>
              </a:rPr>
              <a:t>  return &lt;input value={user.name} onChange={onChange} /&gt;;</a:t>
            </a:r>
          </a:p>
          <a:p>
            <a:r>
              <a:rPr sz="1400">
                <a:latin typeface="Consolas"/>
              </a:rPr>
              <a:t>}</a:t>
            </a:r>
          </a:p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(React Testing Library)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Testea comportamiento (no implementación)</a:t>
            </a:r>
          </a:p>
          <a:p>
            <a:pPr/>
            <a:r>
              <a:t>Interacciones: userEvent</a:t>
            </a:r>
          </a:p>
          <a:p>
            <a:pPr/>
            <a:r>
              <a:t>E2E: Playwright/Cypress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RTL: test de click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import { render, screen } from "@testing-library/react";</a:t>
            </a:r>
          </a:p>
          <a:p>
            <a:r>
              <a:rPr sz="1400">
                <a:latin typeface="Consolas"/>
              </a:rPr>
              <a:t>import userEvent from "@testing-library/user-event";</a:t>
            </a:r>
          </a:p>
          <a:p>
            <a:r>
              <a:rPr sz="1400">
                <a:latin typeface="Consolas"/>
              </a:rPr>
              <a:t>import Counter from "./Counter";</a:t>
            </a:r>
          </a:p>
          <a:p/>
          <a:p>
            <a:r>
              <a:rPr sz="1400">
                <a:latin typeface="Consolas"/>
              </a:rPr>
              <a:t>test("incrementa", async () =&gt; {</a:t>
            </a:r>
          </a:p>
          <a:p>
            <a:r>
              <a:rPr sz="1400">
                <a:latin typeface="Consolas"/>
              </a:rPr>
              <a:t>  render(&lt;Counter /&gt;);</a:t>
            </a:r>
          </a:p>
          <a:p>
            <a:r>
              <a:rPr sz="1400">
                <a:latin typeface="Consolas"/>
              </a:rPr>
              <a:t>  await userEvent.click(screen.getByRole("button", { name: "+" }));</a:t>
            </a:r>
          </a:p>
          <a:p>
            <a:r>
              <a:rPr sz="1400">
                <a:latin typeface="Consolas"/>
              </a:rPr>
              <a:t>  expect(screen.getByText(/Count: 1/)).toBeInTheDocument();</a:t>
            </a:r>
          </a:p>
          <a:p>
            <a:r>
              <a:rPr sz="1400">
                <a:latin typeface="Consolas"/>
              </a:rPr>
              <a:t>});</a:t>
            </a:r>
          </a:p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Next.js (camino profesional)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Routing + SSR/SSG + API routes</a:t>
            </a:r>
          </a:p>
          <a:p>
            <a:pPr/>
            <a:r>
              <a:t>Mejor SEO y performance</a:t>
            </a:r>
          </a:p>
          <a:p>
            <a:pPr/>
            <a:r>
              <a:t>Muy demandado en empresas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profesional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✅ Componentes + props/state + forms</a:t>
            </a:r>
          </a:p>
          <a:p>
            <a:pPr/>
            <a:r>
              <a:t>✅ Hooks + custom hooks</a:t>
            </a:r>
          </a:p>
          <a:p>
            <a:pPr/>
            <a:r>
              <a:t>✅ Router + layouts</a:t>
            </a:r>
          </a:p>
          <a:p>
            <a:pPr/>
            <a:r>
              <a:t>✅ Estado compartido (Context/reducer o Redux Toolkit)</a:t>
            </a:r>
          </a:p>
          <a:p>
            <a:pPr/>
            <a:r>
              <a:t>✅ Data fetching (ideal: TanStack Query)</a:t>
            </a:r>
          </a:p>
          <a:p>
            <a:pPr/>
            <a:r>
              <a:t>✅ Performance (memo/callback/lazy)</a:t>
            </a:r>
          </a:p>
          <a:p>
            <a:pPr/>
            <a:r>
              <a:t>✅ Testing (RTL)</a:t>
            </a:r>
          </a:p>
          <a:p>
            <a:pPr/>
            <a:r>
              <a:t>✅ Deploy (Vite/Next)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